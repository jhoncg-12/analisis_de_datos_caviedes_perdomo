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60" r:id="rId3"/>
    <p:sldId id="263" r:id="rId4"/>
    <p:sldId id="269" r:id="rId5"/>
    <p:sldId id="268" r:id="rId6"/>
    <p:sldId id="261" r:id="rId7"/>
    <p:sldId id="264" r:id="rId8"/>
    <p:sldId id="270" r:id="rId9"/>
    <p:sldId id="265" r:id="rId10"/>
    <p:sldId id="266" r:id="rId11"/>
    <p:sldId id="267" r:id="rId12"/>
    <p:sldId id="271" r:id="rId13"/>
    <p:sldId id="272" r:id="rId14"/>
  </p:sldIdLst>
  <p:sldSz cx="12193588" cy="6858000"/>
  <p:notesSz cx="6858000" cy="9144000"/>
  <p:defaultTextStyle>
    <a:defPPr>
      <a:defRPr lang="es-ES"/>
    </a:defPPr>
    <a:lvl1pPr marL="0" algn="l" defTabSz="562198" rtl="0" eaLnBrk="1" latinLnBrk="0" hangingPunct="1">
      <a:defRPr sz="2266" kern="1200">
        <a:solidFill>
          <a:schemeClr val="tx1"/>
        </a:solidFill>
        <a:latin typeface="+mn-lt"/>
        <a:ea typeface="+mn-ea"/>
        <a:cs typeface="+mn-cs"/>
      </a:defRPr>
    </a:lvl1pPr>
    <a:lvl2pPr marL="562198" algn="l" defTabSz="562198" rtl="0" eaLnBrk="1" latinLnBrk="0" hangingPunct="1">
      <a:defRPr sz="2266" kern="1200">
        <a:solidFill>
          <a:schemeClr val="tx1"/>
        </a:solidFill>
        <a:latin typeface="+mn-lt"/>
        <a:ea typeface="+mn-ea"/>
        <a:cs typeface="+mn-cs"/>
      </a:defRPr>
    </a:lvl2pPr>
    <a:lvl3pPr marL="1124395" algn="l" defTabSz="562198" rtl="0" eaLnBrk="1" latinLnBrk="0" hangingPunct="1">
      <a:defRPr sz="2266" kern="1200">
        <a:solidFill>
          <a:schemeClr val="tx1"/>
        </a:solidFill>
        <a:latin typeface="+mn-lt"/>
        <a:ea typeface="+mn-ea"/>
        <a:cs typeface="+mn-cs"/>
      </a:defRPr>
    </a:lvl3pPr>
    <a:lvl4pPr marL="1686592" algn="l" defTabSz="562198" rtl="0" eaLnBrk="1" latinLnBrk="0" hangingPunct="1">
      <a:defRPr sz="2266" kern="1200">
        <a:solidFill>
          <a:schemeClr val="tx1"/>
        </a:solidFill>
        <a:latin typeface="+mn-lt"/>
        <a:ea typeface="+mn-ea"/>
        <a:cs typeface="+mn-cs"/>
      </a:defRPr>
    </a:lvl4pPr>
    <a:lvl5pPr marL="2248788" algn="l" defTabSz="562198" rtl="0" eaLnBrk="1" latinLnBrk="0" hangingPunct="1">
      <a:defRPr sz="2266" kern="1200">
        <a:solidFill>
          <a:schemeClr val="tx1"/>
        </a:solidFill>
        <a:latin typeface="+mn-lt"/>
        <a:ea typeface="+mn-ea"/>
        <a:cs typeface="+mn-cs"/>
      </a:defRPr>
    </a:lvl5pPr>
    <a:lvl6pPr marL="2810986" algn="l" defTabSz="562198" rtl="0" eaLnBrk="1" latinLnBrk="0" hangingPunct="1">
      <a:defRPr sz="2266" kern="1200">
        <a:solidFill>
          <a:schemeClr val="tx1"/>
        </a:solidFill>
        <a:latin typeface="+mn-lt"/>
        <a:ea typeface="+mn-ea"/>
        <a:cs typeface="+mn-cs"/>
      </a:defRPr>
    </a:lvl6pPr>
    <a:lvl7pPr marL="3373183" algn="l" defTabSz="562198" rtl="0" eaLnBrk="1" latinLnBrk="0" hangingPunct="1">
      <a:defRPr sz="2266" kern="1200">
        <a:solidFill>
          <a:schemeClr val="tx1"/>
        </a:solidFill>
        <a:latin typeface="+mn-lt"/>
        <a:ea typeface="+mn-ea"/>
        <a:cs typeface="+mn-cs"/>
      </a:defRPr>
    </a:lvl7pPr>
    <a:lvl8pPr marL="3935381" algn="l" defTabSz="562198" rtl="0" eaLnBrk="1" latinLnBrk="0" hangingPunct="1">
      <a:defRPr sz="2266" kern="1200">
        <a:solidFill>
          <a:schemeClr val="tx1"/>
        </a:solidFill>
        <a:latin typeface="+mn-lt"/>
        <a:ea typeface="+mn-ea"/>
        <a:cs typeface="+mn-cs"/>
      </a:defRPr>
    </a:lvl8pPr>
    <a:lvl9pPr marL="4497579" algn="l" defTabSz="562198" rtl="0" eaLnBrk="1" latinLnBrk="0" hangingPunct="1">
      <a:defRPr sz="2266"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1" userDrawn="1">
          <p15:clr>
            <a:srgbClr val="A4A3A4"/>
          </p15:clr>
        </p15:guide>
        <p15:guide id="2" pos="38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564784-5734-4EB5-8AA8-D45A6BA509C1}" v="6" dt="2025-12-11T23:06:36.114"/>
    <p1510:client id="{A062132C-0E95-481E-9256-C82AFBFC4D56}" v="31" dt="2025-12-12T01:44:06.89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426"/>
    <p:restoredTop sz="94666"/>
  </p:normalViewPr>
  <p:slideViewPr>
    <p:cSldViewPr snapToGrid="0" snapToObjects="1">
      <p:cViewPr>
        <p:scale>
          <a:sx n="70" d="100"/>
          <a:sy n="70" d="100"/>
        </p:scale>
        <p:origin x="804" y="-132"/>
      </p:cViewPr>
      <p:guideLst>
        <p:guide orient="horz" pos="2161"/>
        <p:guide pos="384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a de título">
    <p:spTree>
      <p:nvGrpSpPr>
        <p:cNvPr id="1" name=""/>
        <p:cNvGrpSpPr/>
        <p:nvPr/>
      </p:nvGrpSpPr>
      <p:grpSpPr>
        <a:xfrm>
          <a:off x="0" y="0"/>
          <a:ext cx="0" cy="0"/>
          <a:chOff x="0" y="0"/>
          <a:chExt cx="0" cy="0"/>
        </a:xfrm>
      </p:grpSpPr>
      <p:pic>
        <p:nvPicPr>
          <p:cNvPr id="11" name="Imagen 10">
            <a:extLst>
              <a:ext uri="{FF2B5EF4-FFF2-40B4-BE49-F238E27FC236}">
                <a16:creationId xmlns:a16="http://schemas.microsoft.com/office/drawing/2014/main" id="{DB08DA41-61FB-244B-A279-91BD97CDB07A}"/>
              </a:ext>
            </a:extLst>
          </p:cNvPr>
          <p:cNvPicPr>
            <a:picLocks noChangeAspect="1"/>
          </p:cNvPicPr>
          <p:nvPr userDrawn="1"/>
        </p:nvPicPr>
        <p:blipFill>
          <a:blip r:embed="rId2"/>
          <a:srcRect/>
          <a:stretch/>
        </p:blipFill>
        <p:spPr>
          <a:xfrm>
            <a:off x="794" y="0"/>
            <a:ext cx="12192000" cy="6858000"/>
          </a:xfrm>
          <a:prstGeom prst="rect">
            <a:avLst/>
          </a:prstGeom>
        </p:spPr>
      </p:pic>
    </p:spTree>
    <p:extLst>
      <p:ext uri="{BB962C8B-B14F-4D97-AF65-F5344CB8AC3E}">
        <p14:creationId xmlns:p14="http://schemas.microsoft.com/office/powerpoint/2010/main" val="1101697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51D69CAD-EBB2-5A42-989F-E9AE1EEBA951}"/>
              </a:ext>
            </a:extLst>
          </p:cNvPr>
          <p:cNvPicPr>
            <a:picLocks noChangeAspect="1"/>
          </p:cNvPicPr>
          <p:nvPr userDrawn="1"/>
        </p:nvPicPr>
        <p:blipFill>
          <a:blip r:embed="rId2"/>
          <a:stretch>
            <a:fillRect/>
          </a:stretch>
        </p:blipFill>
        <p:spPr>
          <a:xfrm>
            <a:off x="6433" y="0"/>
            <a:ext cx="12180722" cy="6858000"/>
          </a:xfrm>
          <a:prstGeom prst="rect">
            <a:avLst/>
          </a:prstGeom>
        </p:spPr>
      </p:pic>
      <p:pic>
        <p:nvPicPr>
          <p:cNvPr id="12" name="Imagen 11">
            <a:extLst>
              <a:ext uri="{FF2B5EF4-FFF2-40B4-BE49-F238E27FC236}">
                <a16:creationId xmlns:a16="http://schemas.microsoft.com/office/drawing/2014/main" id="{19BFE3CA-17F0-3E42-92B0-C63C49C9495E}"/>
              </a:ext>
            </a:extLst>
          </p:cNvPr>
          <p:cNvPicPr>
            <a:picLocks noChangeAspect="1"/>
          </p:cNvPicPr>
          <p:nvPr userDrawn="1"/>
        </p:nvPicPr>
        <p:blipFill>
          <a:blip r:embed="rId3"/>
          <a:srcRect/>
          <a:stretch/>
        </p:blipFill>
        <p:spPr>
          <a:xfrm>
            <a:off x="3261" y="1388"/>
            <a:ext cx="12187066" cy="6855224"/>
          </a:xfrm>
          <a:prstGeom prst="rect">
            <a:avLst/>
          </a:prstGeom>
        </p:spPr>
      </p:pic>
    </p:spTree>
    <p:extLst>
      <p:ext uri="{BB962C8B-B14F-4D97-AF65-F5344CB8AC3E}">
        <p14:creationId xmlns:p14="http://schemas.microsoft.com/office/powerpoint/2010/main" val="4011426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963211" y="4406902"/>
            <a:ext cx="10364550" cy="1362075"/>
          </a:xfrm>
          <a:prstGeom prst="rect">
            <a:avLst/>
          </a:prstGeom>
        </p:spPr>
        <p:txBody>
          <a:bodyPr anchor="t"/>
          <a:lstStyle>
            <a:lvl1pPr algn="l">
              <a:defRPr sz="4819" b="1" cap="all"/>
            </a:lvl1pPr>
          </a:lstStyle>
          <a:p>
            <a:r>
              <a:rPr lang="es-ES_tradnl"/>
              <a:t>Clic para editar título</a:t>
            </a:r>
            <a:endParaRPr lang="es-ES"/>
          </a:p>
        </p:txBody>
      </p:sp>
      <p:sp>
        <p:nvSpPr>
          <p:cNvPr id="3" name="Marcador de texto 2"/>
          <p:cNvSpPr>
            <a:spLocks noGrp="1"/>
          </p:cNvSpPr>
          <p:nvPr>
            <p:ph type="body" idx="1"/>
          </p:nvPr>
        </p:nvSpPr>
        <p:spPr>
          <a:xfrm>
            <a:off x="963211" y="2906715"/>
            <a:ext cx="10364550" cy="1500187"/>
          </a:xfrm>
          <a:prstGeom prst="rect">
            <a:avLst/>
          </a:prstGeom>
        </p:spPr>
        <p:txBody>
          <a:bodyPr anchor="b"/>
          <a:lstStyle>
            <a:lvl1pPr marL="0" indent="0">
              <a:buNone/>
              <a:defRPr sz="2344">
                <a:solidFill>
                  <a:schemeClr val="tx1">
                    <a:tint val="75000"/>
                  </a:schemeClr>
                </a:solidFill>
              </a:defRPr>
            </a:lvl1pPr>
            <a:lvl2pPr marL="549164" indent="0">
              <a:buNone/>
              <a:defRPr sz="2214">
                <a:solidFill>
                  <a:schemeClr val="tx1">
                    <a:tint val="75000"/>
                  </a:schemeClr>
                </a:solidFill>
              </a:defRPr>
            </a:lvl2pPr>
            <a:lvl3pPr marL="1098327" indent="0">
              <a:buNone/>
              <a:defRPr sz="1954">
                <a:solidFill>
                  <a:schemeClr val="tx1">
                    <a:tint val="75000"/>
                  </a:schemeClr>
                </a:solidFill>
              </a:defRPr>
            </a:lvl3pPr>
            <a:lvl4pPr marL="1647491" indent="0">
              <a:buNone/>
              <a:defRPr sz="1693">
                <a:solidFill>
                  <a:schemeClr val="tx1">
                    <a:tint val="75000"/>
                  </a:schemeClr>
                </a:solidFill>
              </a:defRPr>
            </a:lvl4pPr>
            <a:lvl5pPr marL="2196653" indent="0">
              <a:buNone/>
              <a:defRPr sz="1693">
                <a:solidFill>
                  <a:schemeClr val="tx1">
                    <a:tint val="75000"/>
                  </a:schemeClr>
                </a:solidFill>
              </a:defRPr>
            </a:lvl5pPr>
            <a:lvl6pPr marL="2745817" indent="0">
              <a:buNone/>
              <a:defRPr sz="1693">
                <a:solidFill>
                  <a:schemeClr val="tx1">
                    <a:tint val="75000"/>
                  </a:schemeClr>
                </a:solidFill>
              </a:defRPr>
            </a:lvl6pPr>
            <a:lvl7pPr marL="3294981" indent="0">
              <a:buNone/>
              <a:defRPr sz="1693">
                <a:solidFill>
                  <a:schemeClr val="tx1">
                    <a:tint val="75000"/>
                  </a:schemeClr>
                </a:solidFill>
              </a:defRPr>
            </a:lvl7pPr>
            <a:lvl8pPr marL="3844144" indent="0">
              <a:buNone/>
              <a:defRPr sz="1693">
                <a:solidFill>
                  <a:schemeClr val="tx1">
                    <a:tint val="75000"/>
                  </a:schemeClr>
                </a:solidFill>
              </a:defRPr>
            </a:lvl8pPr>
            <a:lvl9pPr marL="4393308" indent="0">
              <a:buNone/>
              <a:defRPr sz="1693">
                <a:solidFill>
                  <a:schemeClr val="tx1">
                    <a:tint val="75000"/>
                  </a:schemeClr>
                </a:solidFill>
              </a:defRPr>
            </a:lvl9pPr>
          </a:lstStyle>
          <a:p>
            <a:pPr lvl="0"/>
            <a:r>
              <a:rPr lang="es-ES_tradnl"/>
              <a:t>Haga clic para modificar el estilo de texto del patrón</a:t>
            </a:r>
          </a:p>
        </p:txBody>
      </p:sp>
      <p:sp>
        <p:nvSpPr>
          <p:cNvPr id="4" name="Marcador de fecha 3"/>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13/12/2025</a:t>
            </a:fld>
            <a:endParaRPr lang="es-ES"/>
          </a:p>
        </p:txBody>
      </p:sp>
      <p:sp>
        <p:nvSpPr>
          <p:cNvPr id="5" name="Marcador de pie de página 4"/>
          <p:cNvSpPr>
            <a:spLocks noGrp="1"/>
          </p:cNvSpPr>
          <p:nvPr>
            <p:ph type="ftr" sz="quarter" idx="11"/>
          </p:nvPr>
        </p:nvSpPr>
        <p:spPr>
          <a:xfrm>
            <a:off x="4166144" y="6356352"/>
            <a:ext cx="3861303" cy="365124"/>
          </a:xfrm>
          <a:prstGeom prst="rect">
            <a:avLst/>
          </a:prstGeom>
        </p:spPr>
        <p:txBody>
          <a:bodyPr/>
          <a:lstStyle/>
          <a:p>
            <a:endParaRPr lang="es-ES"/>
          </a:p>
        </p:txBody>
      </p:sp>
      <p:sp>
        <p:nvSpPr>
          <p:cNvPr id="6" name="Marcador de número de diapositiva 5"/>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18231926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a:xfrm>
            <a:off x="609681" y="274638"/>
            <a:ext cx="10974230" cy="1143000"/>
          </a:xfrm>
          <a:prstGeom prst="rect">
            <a:avLst/>
          </a:prstGeom>
        </p:spPr>
        <p:txBody>
          <a:bodyPr/>
          <a:lstStyle/>
          <a:p>
            <a:r>
              <a:rPr lang="es-ES_tradnl"/>
              <a:t>Clic para editar título</a:t>
            </a:r>
            <a:endParaRPr lang="es-ES"/>
          </a:p>
        </p:txBody>
      </p:sp>
      <p:sp>
        <p:nvSpPr>
          <p:cNvPr id="3" name="Marcador de contenido 2"/>
          <p:cNvSpPr>
            <a:spLocks noGrp="1"/>
          </p:cNvSpPr>
          <p:nvPr>
            <p:ph sz="half" idx="1"/>
          </p:nvPr>
        </p:nvSpPr>
        <p:spPr>
          <a:xfrm>
            <a:off x="609679" y="1600200"/>
            <a:ext cx="5385501" cy="4525963"/>
          </a:xfrm>
          <a:prstGeom prst="rect">
            <a:avLst/>
          </a:prstGeom>
        </p:spPr>
        <p:txBody>
          <a:bodyPr/>
          <a:lstStyle>
            <a:lvl1pPr>
              <a:defRPr sz="3387"/>
            </a:lvl1pPr>
            <a:lvl2pPr>
              <a:defRPr sz="2865"/>
            </a:lvl2pPr>
            <a:lvl3pPr>
              <a:defRPr sz="2344"/>
            </a:lvl3pPr>
            <a:lvl4pPr>
              <a:defRPr sz="2214"/>
            </a:lvl4pPr>
            <a:lvl5pPr>
              <a:defRPr sz="2214"/>
            </a:lvl5pPr>
            <a:lvl6pPr>
              <a:defRPr sz="2214"/>
            </a:lvl6pPr>
            <a:lvl7pPr>
              <a:defRPr sz="2214"/>
            </a:lvl7pPr>
            <a:lvl8pPr>
              <a:defRPr sz="2214"/>
            </a:lvl8pPr>
            <a:lvl9pPr>
              <a:defRPr sz="2214"/>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contenido 3"/>
          <p:cNvSpPr>
            <a:spLocks noGrp="1"/>
          </p:cNvSpPr>
          <p:nvPr>
            <p:ph sz="half" idx="2"/>
          </p:nvPr>
        </p:nvSpPr>
        <p:spPr>
          <a:xfrm>
            <a:off x="6198409" y="1600200"/>
            <a:ext cx="5385501" cy="4525963"/>
          </a:xfrm>
          <a:prstGeom prst="rect">
            <a:avLst/>
          </a:prstGeom>
        </p:spPr>
        <p:txBody>
          <a:bodyPr/>
          <a:lstStyle>
            <a:lvl1pPr>
              <a:defRPr sz="3387"/>
            </a:lvl1pPr>
            <a:lvl2pPr>
              <a:defRPr sz="2865"/>
            </a:lvl2pPr>
            <a:lvl3pPr>
              <a:defRPr sz="2344"/>
            </a:lvl3pPr>
            <a:lvl4pPr>
              <a:defRPr sz="2214"/>
            </a:lvl4pPr>
            <a:lvl5pPr>
              <a:defRPr sz="2214"/>
            </a:lvl5pPr>
            <a:lvl6pPr>
              <a:defRPr sz="2214"/>
            </a:lvl6pPr>
            <a:lvl7pPr>
              <a:defRPr sz="2214"/>
            </a:lvl7pPr>
            <a:lvl8pPr>
              <a:defRPr sz="2214"/>
            </a:lvl8pPr>
            <a:lvl9pPr>
              <a:defRPr sz="2214"/>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fecha 4"/>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13/12/2025</a:t>
            </a:fld>
            <a:endParaRPr lang="es-ES"/>
          </a:p>
        </p:txBody>
      </p:sp>
      <p:sp>
        <p:nvSpPr>
          <p:cNvPr id="6" name="Marcador de pie de página 5"/>
          <p:cNvSpPr>
            <a:spLocks noGrp="1"/>
          </p:cNvSpPr>
          <p:nvPr>
            <p:ph type="ftr" sz="quarter" idx="11"/>
          </p:nvPr>
        </p:nvSpPr>
        <p:spPr>
          <a:xfrm>
            <a:off x="4166144" y="6356352"/>
            <a:ext cx="3861303" cy="365124"/>
          </a:xfrm>
          <a:prstGeom prst="rect">
            <a:avLst/>
          </a:prstGeom>
        </p:spPr>
        <p:txBody>
          <a:bodyPr/>
          <a:lstStyle/>
          <a:p>
            <a:endParaRPr lang="es-ES"/>
          </a:p>
        </p:txBody>
      </p:sp>
      <p:sp>
        <p:nvSpPr>
          <p:cNvPr id="7" name="Marcador de número de diapositiva 6"/>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10334605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609681" y="274638"/>
            <a:ext cx="10974230" cy="1143000"/>
          </a:xfrm>
          <a:prstGeom prst="rect">
            <a:avLst/>
          </a:prstGeom>
        </p:spPr>
        <p:txBody>
          <a:bodyPr/>
          <a:lstStyle>
            <a:lvl1pPr>
              <a:defRPr/>
            </a:lvl1pPr>
          </a:lstStyle>
          <a:p>
            <a:r>
              <a:rPr lang="es-ES_tradnl"/>
              <a:t>Clic para editar título</a:t>
            </a:r>
            <a:endParaRPr lang="es-ES"/>
          </a:p>
        </p:txBody>
      </p:sp>
      <p:sp>
        <p:nvSpPr>
          <p:cNvPr id="3" name="Marcador de texto 2"/>
          <p:cNvSpPr>
            <a:spLocks noGrp="1"/>
          </p:cNvSpPr>
          <p:nvPr>
            <p:ph type="body" idx="1"/>
          </p:nvPr>
        </p:nvSpPr>
        <p:spPr>
          <a:xfrm>
            <a:off x="609679" y="1535113"/>
            <a:ext cx="5387619" cy="639763"/>
          </a:xfrm>
          <a:prstGeom prst="rect">
            <a:avLst/>
          </a:prstGeom>
        </p:spPr>
        <p:txBody>
          <a:bodyPr anchor="b"/>
          <a:lstStyle>
            <a:lvl1pPr marL="0" indent="0">
              <a:buNone/>
              <a:defRPr sz="2865" b="1"/>
            </a:lvl1pPr>
            <a:lvl2pPr marL="549164" indent="0">
              <a:buNone/>
              <a:defRPr sz="2344" b="1"/>
            </a:lvl2pPr>
            <a:lvl3pPr marL="1098327" indent="0">
              <a:buNone/>
              <a:defRPr sz="2214" b="1"/>
            </a:lvl3pPr>
            <a:lvl4pPr marL="1647491" indent="0">
              <a:buNone/>
              <a:defRPr sz="1954" b="1"/>
            </a:lvl4pPr>
            <a:lvl5pPr marL="2196653" indent="0">
              <a:buNone/>
              <a:defRPr sz="1954" b="1"/>
            </a:lvl5pPr>
            <a:lvl6pPr marL="2745817" indent="0">
              <a:buNone/>
              <a:defRPr sz="1954" b="1"/>
            </a:lvl6pPr>
            <a:lvl7pPr marL="3294981" indent="0">
              <a:buNone/>
              <a:defRPr sz="1954" b="1"/>
            </a:lvl7pPr>
            <a:lvl8pPr marL="3844144" indent="0">
              <a:buNone/>
              <a:defRPr sz="1954" b="1"/>
            </a:lvl8pPr>
            <a:lvl9pPr marL="4393308" indent="0">
              <a:buNone/>
              <a:defRPr sz="1954" b="1"/>
            </a:lvl9pPr>
          </a:lstStyle>
          <a:p>
            <a:pPr lvl="0"/>
            <a:r>
              <a:rPr lang="es-ES_tradnl"/>
              <a:t>Haga clic para modificar el estilo de texto del patrón</a:t>
            </a:r>
          </a:p>
        </p:txBody>
      </p:sp>
      <p:sp>
        <p:nvSpPr>
          <p:cNvPr id="4" name="Marcador de contenido 3"/>
          <p:cNvSpPr>
            <a:spLocks noGrp="1"/>
          </p:cNvSpPr>
          <p:nvPr>
            <p:ph sz="half" idx="2"/>
          </p:nvPr>
        </p:nvSpPr>
        <p:spPr>
          <a:xfrm>
            <a:off x="609679" y="2174876"/>
            <a:ext cx="5387619" cy="3951288"/>
          </a:xfrm>
          <a:prstGeom prst="rect">
            <a:avLst/>
          </a:prstGeom>
        </p:spPr>
        <p:txBody>
          <a:bodyPr/>
          <a:lstStyle>
            <a:lvl1pPr>
              <a:defRPr sz="2865"/>
            </a:lvl1pPr>
            <a:lvl2pPr>
              <a:defRPr sz="2344"/>
            </a:lvl2pPr>
            <a:lvl3pPr>
              <a:defRPr sz="2214"/>
            </a:lvl3pPr>
            <a:lvl4pPr>
              <a:defRPr sz="1954"/>
            </a:lvl4pPr>
            <a:lvl5pPr>
              <a:defRPr sz="1954"/>
            </a:lvl5pPr>
            <a:lvl6pPr>
              <a:defRPr sz="1954"/>
            </a:lvl6pPr>
            <a:lvl7pPr>
              <a:defRPr sz="1954"/>
            </a:lvl7pPr>
            <a:lvl8pPr>
              <a:defRPr sz="1954"/>
            </a:lvl8pPr>
            <a:lvl9pPr>
              <a:defRPr sz="1954"/>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texto 4"/>
          <p:cNvSpPr>
            <a:spLocks noGrp="1"/>
          </p:cNvSpPr>
          <p:nvPr>
            <p:ph type="body" sz="quarter" idx="3"/>
          </p:nvPr>
        </p:nvSpPr>
        <p:spPr>
          <a:xfrm>
            <a:off x="6194176" y="1535113"/>
            <a:ext cx="5389735" cy="639763"/>
          </a:xfrm>
          <a:prstGeom prst="rect">
            <a:avLst/>
          </a:prstGeom>
        </p:spPr>
        <p:txBody>
          <a:bodyPr anchor="b"/>
          <a:lstStyle>
            <a:lvl1pPr marL="0" indent="0">
              <a:buNone/>
              <a:defRPr sz="2865" b="1"/>
            </a:lvl1pPr>
            <a:lvl2pPr marL="549164" indent="0">
              <a:buNone/>
              <a:defRPr sz="2344" b="1"/>
            </a:lvl2pPr>
            <a:lvl3pPr marL="1098327" indent="0">
              <a:buNone/>
              <a:defRPr sz="2214" b="1"/>
            </a:lvl3pPr>
            <a:lvl4pPr marL="1647491" indent="0">
              <a:buNone/>
              <a:defRPr sz="1954" b="1"/>
            </a:lvl4pPr>
            <a:lvl5pPr marL="2196653" indent="0">
              <a:buNone/>
              <a:defRPr sz="1954" b="1"/>
            </a:lvl5pPr>
            <a:lvl6pPr marL="2745817" indent="0">
              <a:buNone/>
              <a:defRPr sz="1954" b="1"/>
            </a:lvl6pPr>
            <a:lvl7pPr marL="3294981" indent="0">
              <a:buNone/>
              <a:defRPr sz="1954" b="1"/>
            </a:lvl7pPr>
            <a:lvl8pPr marL="3844144" indent="0">
              <a:buNone/>
              <a:defRPr sz="1954" b="1"/>
            </a:lvl8pPr>
            <a:lvl9pPr marL="4393308" indent="0">
              <a:buNone/>
              <a:defRPr sz="1954" b="1"/>
            </a:lvl9pPr>
          </a:lstStyle>
          <a:p>
            <a:pPr lvl="0"/>
            <a:r>
              <a:rPr lang="es-ES_tradnl"/>
              <a:t>Haga clic para modificar el estilo de texto del patrón</a:t>
            </a:r>
          </a:p>
        </p:txBody>
      </p:sp>
      <p:sp>
        <p:nvSpPr>
          <p:cNvPr id="6" name="Marcador de contenido 5"/>
          <p:cNvSpPr>
            <a:spLocks noGrp="1"/>
          </p:cNvSpPr>
          <p:nvPr>
            <p:ph sz="quarter" idx="4"/>
          </p:nvPr>
        </p:nvSpPr>
        <p:spPr>
          <a:xfrm>
            <a:off x="6194176" y="2174876"/>
            <a:ext cx="5389735" cy="3951288"/>
          </a:xfrm>
          <a:prstGeom prst="rect">
            <a:avLst/>
          </a:prstGeom>
        </p:spPr>
        <p:txBody>
          <a:bodyPr/>
          <a:lstStyle>
            <a:lvl1pPr>
              <a:defRPr sz="2865"/>
            </a:lvl1pPr>
            <a:lvl2pPr>
              <a:defRPr sz="2344"/>
            </a:lvl2pPr>
            <a:lvl3pPr>
              <a:defRPr sz="2214"/>
            </a:lvl3pPr>
            <a:lvl4pPr>
              <a:defRPr sz="1954"/>
            </a:lvl4pPr>
            <a:lvl5pPr>
              <a:defRPr sz="1954"/>
            </a:lvl5pPr>
            <a:lvl6pPr>
              <a:defRPr sz="1954"/>
            </a:lvl6pPr>
            <a:lvl7pPr>
              <a:defRPr sz="1954"/>
            </a:lvl7pPr>
            <a:lvl8pPr>
              <a:defRPr sz="1954"/>
            </a:lvl8pPr>
            <a:lvl9pPr>
              <a:defRPr sz="1954"/>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7" name="Marcador de fecha 6"/>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13/12/2025</a:t>
            </a:fld>
            <a:endParaRPr lang="es-ES"/>
          </a:p>
        </p:txBody>
      </p:sp>
      <p:sp>
        <p:nvSpPr>
          <p:cNvPr id="8" name="Marcador de pie de página 7"/>
          <p:cNvSpPr>
            <a:spLocks noGrp="1"/>
          </p:cNvSpPr>
          <p:nvPr>
            <p:ph type="ftr" sz="quarter" idx="11"/>
          </p:nvPr>
        </p:nvSpPr>
        <p:spPr>
          <a:xfrm>
            <a:off x="4166144" y="6356352"/>
            <a:ext cx="3861303" cy="365124"/>
          </a:xfrm>
          <a:prstGeom prst="rect">
            <a:avLst/>
          </a:prstGeom>
        </p:spPr>
        <p:txBody>
          <a:bodyPr/>
          <a:lstStyle/>
          <a:p>
            <a:endParaRPr lang="es-ES"/>
          </a:p>
        </p:txBody>
      </p:sp>
      <p:sp>
        <p:nvSpPr>
          <p:cNvPr id="9" name="Marcador de número de diapositiva 8"/>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947240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a:xfrm>
            <a:off x="609681" y="274638"/>
            <a:ext cx="10974230" cy="1143000"/>
          </a:xfrm>
          <a:prstGeom prst="rect">
            <a:avLst/>
          </a:prstGeom>
        </p:spPr>
        <p:txBody>
          <a:bodyPr/>
          <a:lstStyle/>
          <a:p>
            <a:r>
              <a:rPr lang="es-ES_tradnl"/>
              <a:t>Clic para editar título</a:t>
            </a:r>
            <a:endParaRPr lang="es-ES"/>
          </a:p>
        </p:txBody>
      </p:sp>
      <p:sp>
        <p:nvSpPr>
          <p:cNvPr id="3" name="Marcador de fecha 2"/>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13/12/2025</a:t>
            </a:fld>
            <a:endParaRPr lang="es-ES"/>
          </a:p>
        </p:txBody>
      </p:sp>
      <p:sp>
        <p:nvSpPr>
          <p:cNvPr id="4" name="Marcador de pie de página 3"/>
          <p:cNvSpPr>
            <a:spLocks noGrp="1"/>
          </p:cNvSpPr>
          <p:nvPr>
            <p:ph type="ftr" sz="quarter" idx="11"/>
          </p:nvPr>
        </p:nvSpPr>
        <p:spPr>
          <a:xfrm>
            <a:off x="4166144" y="6356352"/>
            <a:ext cx="3861303" cy="365124"/>
          </a:xfrm>
          <a:prstGeom prst="rect">
            <a:avLst/>
          </a:prstGeom>
        </p:spPr>
        <p:txBody>
          <a:bodyPr/>
          <a:lstStyle/>
          <a:p>
            <a:endParaRPr lang="es-ES"/>
          </a:p>
        </p:txBody>
      </p:sp>
      <p:sp>
        <p:nvSpPr>
          <p:cNvPr id="5" name="Marcador de número de diapositiva 4"/>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5040050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13/12/2025</a:t>
            </a:fld>
            <a:endParaRPr lang="es-ES"/>
          </a:p>
        </p:txBody>
      </p:sp>
      <p:sp>
        <p:nvSpPr>
          <p:cNvPr id="3" name="Marcador de pie de página 2"/>
          <p:cNvSpPr>
            <a:spLocks noGrp="1"/>
          </p:cNvSpPr>
          <p:nvPr>
            <p:ph type="ftr" sz="quarter" idx="11"/>
          </p:nvPr>
        </p:nvSpPr>
        <p:spPr>
          <a:xfrm>
            <a:off x="4166144" y="6356352"/>
            <a:ext cx="3861303" cy="365124"/>
          </a:xfrm>
          <a:prstGeom prst="rect">
            <a:avLst/>
          </a:prstGeom>
        </p:spPr>
        <p:txBody>
          <a:bodyPr/>
          <a:lstStyle/>
          <a:p>
            <a:endParaRPr lang="es-ES"/>
          </a:p>
        </p:txBody>
      </p:sp>
      <p:sp>
        <p:nvSpPr>
          <p:cNvPr id="4" name="Marcador de número de diapositiva 3"/>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3692366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09682" y="273051"/>
            <a:ext cx="4011605" cy="1162049"/>
          </a:xfrm>
          <a:prstGeom prst="rect">
            <a:avLst/>
          </a:prstGeom>
        </p:spPr>
        <p:txBody>
          <a:bodyPr anchor="b"/>
          <a:lstStyle>
            <a:lvl1pPr algn="l">
              <a:defRPr sz="2344" b="1"/>
            </a:lvl1pPr>
          </a:lstStyle>
          <a:p>
            <a:r>
              <a:rPr lang="es-ES_tradnl"/>
              <a:t>Clic para editar título</a:t>
            </a:r>
            <a:endParaRPr lang="es-ES"/>
          </a:p>
        </p:txBody>
      </p:sp>
      <p:sp>
        <p:nvSpPr>
          <p:cNvPr id="3" name="Marcador de contenido 2"/>
          <p:cNvSpPr>
            <a:spLocks noGrp="1"/>
          </p:cNvSpPr>
          <p:nvPr>
            <p:ph idx="1"/>
          </p:nvPr>
        </p:nvSpPr>
        <p:spPr>
          <a:xfrm>
            <a:off x="4767355" y="273051"/>
            <a:ext cx="6816554" cy="5853113"/>
          </a:xfrm>
          <a:prstGeom prst="rect">
            <a:avLst/>
          </a:prstGeom>
        </p:spPr>
        <p:txBody>
          <a:bodyPr/>
          <a:lstStyle>
            <a:lvl1pPr>
              <a:defRPr sz="3907"/>
            </a:lvl1pPr>
            <a:lvl2pPr>
              <a:defRPr sz="3387"/>
            </a:lvl2pPr>
            <a:lvl3pPr>
              <a:defRPr sz="2865"/>
            </a:lvl3pPr>
            <a:lvl4pPr>
              <a:defRPr sz="2344"/>
            </a:lvl4pPr>
            <a:lvl5pPr>
              <a:defRPr sz="2344"/>
            </a:lvl5pPr>
            <a:lvl6pPr>
              <a:defRPr sz="2344"/>
            </a:lvl6pPr>
            <a:lvl7pPr>
              <a:defRPr sz="2344"/>
            </a:lvl7pPr>
            <a:lvl8pPr>
              <a:defRPr sz="2344"/>
            </a:lvl8pPr>
            <a:lvl9pPr>
              <a:defRPr sz="2344"/>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texto 3"/>
          <p:cNvSpPr>
            <a:spLocks noGrp="1"/>
          </p:cNvSpPr>
          <p:nvPr>
            <p:ph type="body" sz="half" idx="2"/>
          </p:nvPr>
        </p:nvSpPr>
        <p:spPr>
          <a:xfrm>
            <a:off x="609682" y="1435102"/>
            <a:ext cx="4011605" cy="4691062"/>
          </a:xfrm>
          <a:prstGeom prst="rect">
            <a:avLst/>
          </a:prstGeom>
        </p:spPr>
        <p:txBody>
          <a:bodyPr/>
          <a:lstStyle>
            <a:lvl1pPr marL="0" indent="0">
              <a:buNone/>
              <a:defRPr sz="1693"/>
            </a:lvl1pPr>
            <a:lvl2pPr marL="549164" indent="0">
              <a:buNone/>
              <a:defRPr sz="1433"/>
            </a:lvl2pPr>
            <a:lvl3pPr marL="1098327" indent="0">
              <a:buNone/>
              <a:defRPr sz="1172"/>
            </a:lvl3pPr>
            <a:lvl4pPr marL="1647491" indent="0">
              <a:buNone/>
              <a:defRPr sz="1042"/>
            </a:lvl4pPr>
            <a:lvl5pPr marL="2196653" indent="0">
              <a:buNone/>
              <a:defRPr sz="1042"/>
            </a:lvl5pPr>
            <a:lvl6pPr marL="2745817" indent="0">
              <a:buNone/>
              <a:defRPr sz="1042"/>
            </a:lvl6pPr>
            <a:lvl7pPr marL="3294981" indent="0">
              <a:buNone/>
              <a:defRPr sz="1042"/>
            </a:lvl7pPr>
            <a:lvl8pPr marL="3844144" indent="0">
              <a:buNone/>
              <a:defRPr sz="1042"/>
            </a:lvl8pPr>
            <a:lvl9pPr marL="4393308" indent="0">
              <a:buNone/>
              <a:defRPr sz="1042"/>
            </a:lvl9pPr>
          </a:lstStyle>
          <a:p>
            <a:pPr lvl="0"/>
            <a:r>
              <a:rPr lang="es-ES_tradnl"/>
              <a:t>Haga clic para modificar el estilo de texto del patrón</a:t>
            </a:r>
          </a:p>
        </p:txBody>
      </p:sp>
      <p:sp>
        <p:nvSpPr>
          <p:cNvPr id="5" name="Marcador de fecha 4"/>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13/12/2025</a:t>
            </a:fld>
            <a:endParaRPr lang="es-ES"/>
          </a:p>
        </p:txBody>
      </p:sp>
      <p:sp>
        <p:nvSpPr>
          <p:cNvPr id="6" name="Marcador de pie de página 5"/>
          <p:cNvSpPr>
            <a:spLocks noGrp="1"/>
          </p:cNvSpPr>
          <p:nvPr>
            <p:ph type="ftr" sz="quarter" idx="11"/>
          </p:nvPr>
        </p:nvSpPr>
        <p:spPr>
          <a:xfrm>
            <a:off x="4166144" y="6356352"/>
            <a:ext cx="3861303" cy="365124"/>
          </a:xfrm>
          <a:prstGeom prst="rect">
            <a:avLst/>
          </a:prstGeom>
        </p:spPr>
        <p:txBody>
          <a:bodyPr/>
          <a:lstStyle/>
          <a:p>
            <a:endParaRPr lang="es-ES"/>
          </a:p>
        </p:txBody>
      </p:sp>
      <p:sp>
        <p:nvSpPr>
          <p:cNvPr id="7" name="Marcador de número de diapositiva 6"/>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263740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2390029" y="4800599"/>
            <a:ext cx="7316153" cy="566739"/>
          </a:xfrm>
          <a:prstGeom prst="rect">
            <a:avLst/>
          </a:prstGeom>
        </p:spPr>
        <p:txBody>
          <a:bodyPr anchor="b"/>
          <a:lstStyle>
            <a:lvl1pPr algn="l">
              <a:defRPr sz="2344" b="1"/>
            </a:lvl1pPr>
          </a:lstStyle>
          <a:p>
            <a:r>
              <a:rPr lang="es-ES_tradnl"/>
              <a:t>Clic para editar título</a:t>
            </a:r>
            <a:endParaRPr lang="es-ES"/>
          </a:p>
        </p:txBody>
      </p:sp>
      <p:sp>
        <p:nvSpPr>
          <p:cNvPr id="3" name="Marcador de posición de imagen 2"/>
          <p:cNvSpPr>
            <a:spLocks noGrp="1"/>
          </p:cNvSpPr>
          <p:nvPr>
            <p:ph type="pic" idx="1"/>
          </p:nvPr>
        </p:nvSpPr>
        <p:spPr>
          <a:xfrm>
            <a:off x="2390029" y="612777"/>
            <a:ext cx="7316153" cy="4114800"/>
          </a:xfrm>
          <a:prstGeom prst="rect">
            <a:avLst/>
          </a:prstGeom>
        </p:spPr>
        <p:txBody>
          <a:bodyPr/>
          <a:lstStyle>
            <a:lvl1pPr marL="0" indent="0">
              <a:buNone/>
              <a:defRPr sz="3907"/>
            </a:lvl1pPr>
            <a:lvl2pPr marL="549164" indent="0">
              <a:buNone/>
              <a:defRPr sz="3387"/>
            </a:lvl2pPr>
            <a:lvl3pPr marL="1098327" indent="0">
              <a:buNone/>
              <a:defRPr sz="2865"/>
            </a:lvl3pPr>
            <a:lvl4pPr marL="1647491" indent="0">
              <a:buNone/>
              <a:defRPr sz="2344"/>
            </a:lvl4pPr>
            <a:lvl5pPr marL="2196653" indent="0">
              <a:buNone/>
              <a:defRPr sz="2344"/>
            </a:lvl5pPr>
            <a:lvl6pPr marL="2745817" indent="0">
              <a:buNone/>
              <a:defRPr sz="2344"/>
            </a:lvl6pPr>
            <a:lvl7pPr marL="3294981" indent="0">
              <a:buNone/>
              <a:defRPr sz="2344"/>
            </a:lvl7pPr>
            <a:lvl8pPr marL="3844144" indent="0">
              <a:buNone/>
              <a:defRPr sz="2344"/>
            </a:lvl8pPr>
            <a:lvl9pPr marL="4393308" indent="0">
              <a:buNone/>
              <a:defRPr sz="2344"/>
            </a:lvl9pPr>
          </a:lstStyle>
          <a:p>
            <a:endParaRPr lang="es-ES"/>
          </a:p>
        </p:txBody>
      </p:sp>
      <p:sp>
        <p:nvSpPr>
          <p:cNvPr id="4" name="Marcador de texto 3"/>
          <p:cNvSpPr>
            <a:spLocks noGrp="1"/>
          </p:cNvSpPr>
          <p:nvPr>
            <p:ph type="body" sz="half" idx="2"/>
          </p:nvPr>
        </p:nvSpPr>
        <p:spPr>
          <a:xfrm>
            <a:off x="2390029" y="5367339"/>
            <a:ext cx="7316153" cy="804862"/>
          </a:xfrm>
          <a:prstGeom prst="rect">
            <a:avLst/>
          </a:prstGeom>
        </p:spPr>
        <p:txBody>
          <a:bodyPr/>
          <a:lstStyle>
            <a:lvl1pPr marL="0" indent="0">
              <a:buNone/>
              <a:defRPr sz="1693"/>
            </a:lvl1pPr>
            <a:lvl2pPr marL="549164" indent="0">
              <a:buNone/>
              <a:defRPr sz="1433"/>
            </a:lvl2pPr>
            <a:lvl3pPr marL="1098327" indent="0">
              <a:buNone/>
              <a:defRPr sz="1172"/>
            </a:lvl3pPr>
            <a:lvl4pPr marL="1647491" indent="0">
              <a:buNone/>
              <a:defRPr sz="1042"/>
            </a:lvl4pPr>
            <a:lvl5pPr marL="2196653" indent="0">
              <a:buNone/>
              <a:defRPr sz="1042"/>
            </a:lvl5pPr>
            <a:lvl6pPr marL="2745817" indent="0">
              <a:buNone/>
              <a:defRPr sz="1042"/>
            </a:lvl6pPr>
            <a:lvl7pPr marL="3294981" indent="0">
              <a:buNone/>
              <a:defRPr sz="1042"/>
            </a:lvl7pPr>
            <a:lvl8pPr marL="3844144" indent="0">
              <a:buNone/>
              <a:defRPr sz="1042"/>
            </a:lvl8pPr>
            <a:lvl9pPr marL="4393308" indent="0">
              <a:buNone/>
              <a:defRPr sz="1042"/>
            </a:lvl9pPr>
          </a:lstStyle>
          <a:p>
            <a:pPr lvl="0"/>
            <a:r>
              <a:rPr lang="es-ES_tradnl"/>
              <a:t>Haga clic para modificar el estilo de texto del patrón</a:t>
            </a:r>
          </a:p>
        </p:txBody>
      </p:sp>
      <p:sp>
        <p:nvSpPr>
          <p:cNvPr id="5" name="Marcador de fecha 4"/>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13/12/2025</a:t>
            </a:fld>
            <a:endParaRPr lang="es-ES"/>
          </a:p>
        </p:txBody>
      </p:sp>
      <p:sp>
        <p:nvSpPr>
          <p:cNvPr id="6" name="Marcador de pie de página 5"/>
          <p:cNvSpPr>
            <a:spLocks noGrp="1"/>
          </p:cNvSpPr>
          <p:nvPr>
            <p:ph type="ftr" sz="quarter" idx="11"/>
          </p:nvPr>
        </p:nvSpPr>
        <p:spPr>
          <a:xfrm>
            <a:off x="4166144" y="6356352"/>
            <a:ext cx="3861303" cy="365124"/>
          </a:xfrm>
          <a:prstGeom prst="rect">
            <a:avLst/>
          </a:prstGeom>
        </p:spPr>
        <p:txBody>
          <a:bodyPr/>
          <a:lstStyle/>
          <a:p>
            <a:endParaRPr lang="es-ES"/>
          </a:p>
        </p:txBody>
      </p:sp>
      <p:sp>
        <p:nvSpPr>
          <p:cNvPr id="7" name="Marcador de número de diapositiva 6"/>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133969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a:xfrm>
            <a:off x="609681" y="274638"/>
            <a:ext cx="10974230" cy="1143000"/>
          </a:xfrm>
          <a:prstGeom prst="rect">
            <a:avLst/>
          </a:prstGeom>
        </p:spPr>
        <p:txBody>
          <a:bodyPr/>
          <a:lstStyle/>
          <a:p>
            <a:r>
              <a:rPr lang="es-ES_tradnl"/>
              <a:t>Clic para editar título</a:t>
            </a:r>
            <a:endParaRPr lang="es-ES"/>
          </a:p>
        </p:txBody>
      </p:sp>
      <p:sp>
        <p:nvSpPr>
          <p:cNvPr id="3" name="Marcador de texto vertical 2"/>
          <p:cNvSpPr>
            <a:spLocks noGrp="1"/>
          </p:cNvSpPr>
          <p:nvPr>
            <p:ph type="body" orient="vert" idx="1"/>
          </p:nvPr>
        </p:nvSpPr>
        <p:spPr>
          <a:xfrm>
            <a:off x="609681" y="1600200"/>
            <a:ext cx="10974230" cy="4525963"/>
          </a:xfrm>
          <a:prstGeom prst="rect">
            <a:avLst/>
          </a:prstGeo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13/12/2025</a:t>
            </a:fld>
            <a:endParaRPr lang="es-ES"/>
          </a:p>
        </p:txBody>
      </p:sp>
      <p:sp>
        <p:nvSpPr>
          <p:cNvPr id="5" name="Marcador de pie de página 4"/>
          <p:cNvSpPr>
            <a:spLocks noGrp="1"/>
          </p:cNvSpPr>
          <p:nvPr>
            <p:ph type="ftr" sz="quarter" idx="11"/>
          </p:nvPr>
        </p:nvSpPr>
        <p:spPr>
          <a:xfrm>
            <a:off x="4166144" y="6356352"/>
            <a:ext cx="3861303" cy="365124"/>
          </a:xfrm>
          <a:prstGeom prst="rect">
            <a:avLst/>
          </a:prstGeom>
        </p:spPr>
        <p:txBody>
          <a:bodyPr/>
          <a:lstStyle/>
          <a:p>
            <a:endParaRPr lang="es-ES"/>
          </a:p>
        </p:txBody>
      </p:sp>
      <p:sp>
        <p:nvSpPr>
          <p:cNvPr id="6" name="Marcador de número de diapositiva 5"/>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40672716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840352" y="274638"/>
            <a:ext cx="2743557" cy="5851525"/>
          </a:xfrm>
          <a:prstGeom prst="rect">
            <a:avLst/>
          </a:prstGeom>
        </p:spPr>
        <p:txBody>
          <a:bodyPr vert="eaVert"/>
          <a:lstStyle/>
          <a:p>
            <a:r>
              <a:rPr lang="es-ES_tradnl"/>
              <a:t>Clic para editar título</a:t>
            </a:r>
            <a:endParaRPr lang="es-ES"/>
          </a:p>
        </p:txBody>
      </p:sp>
      <p:sp>
        <p:nvSpPr>
          <p:cNvPr id="3" name="Marcador de texto vertical 2"/>
          <p:cNvSpPr>
            <a:spLocks noGrp="1"/>
          </p:cNvSpPr>
          <p:nvPr>
            <p:ph type="body" orient="vert" idx="1"/>
          </p:nvPr>
        </p:nvSpPr>
        <p:spPr>
          <a:xfrm>
            <a:off x="609680" y="274638"/>
            <a:ext cx="8027446" cy="5851525"/>
          </a:xfrm>
          <a:prstGeom prst="rect">
            <a:avLst/>
          </a:prstGeo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a:xfrm>
            <a:off x="609679" y="6356352"/>
            <a:ext cx="2845170" cy="365124"/>
          </a:xfrm>
          <a:prstGeom prst="rect">
            <a:avLst/>
          </a:prstGeom>
        </p:spPr>
        <p:txBody>
          <a:bodyPr/>
          <a:lstStyle/>
          <a:p>
            <a:fld id="{92E13E6D-85F5-0941-AD3B-DE6BB31EB06E}" type="datetimeFigureOut">
              <a:rPr lang="es-ES" smtClean="0"/>
              <a:t>13/12/2025</a:t>
            </a:fld>
            <a:endParaRPr lang="es-ES"/>
          </a:p>
        </p:txBody>
      </p:sp>
      <p:sp>
        <p:nvSpPr>
          <p:cNvPr id="5" name="Marcador de pie de página 4"/>
          <p:cNvSpPr>
            <a:spLocks noGrp="1"/>
          </p:cNvSpPr>
          <p:nvPr>
            <p:ph type="ftr" sz="quarter" idx="11"/>
          </p:nvPr>
        </p:nvSpPr>
        <p:spPr>
          <a:xfrm>
            <a:off x="4166144" y="6356352"/>
            <a:ext cx="3861303" cy="365124"/>
          </a:xfrm>
          <a:prstGeom prst="rect">
            <a:avLst/>
          </a:prstGeom>
        </p:spPr>
        <p:txBody>
          <a:bodyPr/>
          <a:lstStyle/>
          <a:p>
            <a:endParaRPr lang="es-ES"/>
          </a:p>
        </p:txBody>
      </p:sp>
      <p:sp>
        <p:nvSpPr>
          <p:cNvPr id="6" name="Marcador de número de diapositiva 5"/>
          <p:cNvSpPr>
            <a:spLocks noGrp="1"/>
          </p:cNvSpPr>
          <p:nvPr>
            <p:ph type="sldNum" sz="quarter" idx="12"/>
          </p:nvPr>
        </p:nvSpPr>
        <p:spPr>
          <a:xfrm>
            <a:off x="8738739" y="6356352"/>
            <a:ext cx="2845170" cy="365124"/>
          </a:xfrm>
          <a:prstGeom prst="rect">
            <a:avLst/>
          </a:prstGeom>
        </p:spPr>
        <p:txBody>
          <a:bodyPr/>
          <a:lstStyle/>
          <a:p>
            <a:fld id="{09E8914F-B8EF-0744-802A-5B8F87E58326}" type="slidenum">
              <a:rPr lang="es-ES" smtClean="0"/>
              <a:t>‹Nº›</a:t>
            </a:fld>
            <a:endParaRPr lang="es-ES"/>
          </a:p>
        </p:txBody>
      </p:sp>
    </p:spTree>
    <p:extLst>
      <p:ext uri="{BB962C8B-B14F-4D97-AF65-F5344CB8AC3E}">
        <p14:creationId xmlns:p14="http://schemas.microsoft.com/office/powerpoint/2010/main" val="23312011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Imagen 7">
            <a:extLst>
              <a:ext uri="{FF2B5EF4-FFF2-40B4-BE49-F238E27FC236}">
                <a16:creationId xmlns:a16="http://schemas.microsoft.com/office/drawing/2014/main" id="{FE719049-0792-3C47-8B7F-6A2B8796E369}"/>
              </a:ext>
            </a:extLst>
          </p:cNvPr>
          <p:cNvPicPr>
            <a:picLocks noChangeAspect="1"/>
          </p:cNvPicPr>
          <p:nvPr userDrawn="1"/>
        </p:nvPicPr>
        <p:blipFill>
          <a:blip r:embed="rId13"/>
          <a:stretch>
            <a:fillRect/>
          </a:stretch>
        </p:blipFill>
        <p:spPr>
          <a:xfrm>
            <a:off x="3261" y="0"/>
            <a:ext cx="12187066" cy="6858000"/>
          </a:xfrm>
          <a:prstGeom prst="rect">
            <a:avLst/>
          </a:prstGeom>
        </p:spPr>
      </p:pic>
      <p:pic>
        <p:nvPicPr>
          <p:cNvPr id="10" name="Imagen 9">
            <a:extLst>
              <a:ext uri="{FF2B5EF4-FFF2-40B4-BE49-F238E27FC236}">
                <a16:creationId xmlns:a16="http://schemas.microsoft.com/office/drawing/2014/main" id="{183BDCB3-BDA9-9F48-A911-03AD84A91034}"/>
              </a:ext>
            </a:extLst>
          </p:cNvPr>
          <p:cNvPicPr>
            <a:picLocks noChangeAspect="1"/>
          </p:cNvPicPr>
          <p:nvPr userDrawn="1"/>
        </p:nvPicPr>
        <p:blipFill>
          <a:blip r:embed="rId14"/>
          <a:srcRect/>
          <a:stretch/>
        </p:blipFill>
        <p:spPr>
          <a:xfrm>
            <a:off x="6433" y="3172"/>
            <a:ext cx="12180722" cy="6851656"/>
          </a:xfrm>
          <a:prstGeom prst="rect">
            <a:avLst/>
          </a:prstGeom>
        </p:spPr>
      </p:pic>
    </p:spTree>
    <p:extLst>
      <p:ext uri="{BB962C8B-B14F-4D97-AF65-F5344CB8AC3E}">
        <p14:creationId xmlns:p14="http://schemas.microsoft.com/office/powerpoint/2010/main" val="13167649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549164" rtl="0" eaLnBrk="1" latinLnBrk="0" hangingPunct="1">
        <a:spcBef>
          <a:spcPct val="0"/>
        </a:spcBef>
        <a:buNone/>
        <a:defRPr sz="5340" kern="1200">
          <a:solidFill>
            <a:schemeClr val="tx1"/>
          </a:solidFill>
          <a:latin typeface="+mj-lt"/>
          <a:ea typeface="+mj-ea"/>
          <a:cs typeface="+mj-cs"/>
        </a:defRPr>
      </a:lvl1pPr>
    </p:titleStyle>
    <p:bodyStyle>
      <a:lvl1pPr marL="411872" indent="-411872" algn="l" defTabSz="549164" rtl="0" eaLnBrk="1" latinLnBrk="0" hangingPunct="1">
        <a:spcBef>
          <a:spcPct val="20000"/>
        </a:spcBef>
        <a:buFont typeface="Arial"/>
        <a:buChar char="•"/>
        <a:defRPr sz="3907" kern="1200">
          <a:solidFill>
            <a:schemeClr val="tx1"/>
          </a:solidFill>
          <a:latin typeface="+mn-lt"/>
          <a:ea typeface="+mn-ea"/>
          <a:cs typeface="+mn-cs"/>
        </a:defRPr>
      </a:lvl1pPr>
      <a:lvl2pPr marL="892390" indent="-343228" algn="l" defTabSz="549164" rtl="0" eaLnBrk="1" latinLnBrk="0" hangingPunct="1">
        <a:spcBef>
          <a:spcPct val="20000"/>
        </a:spcBef>
        <a:buFont typeface="Arial"/>
        <a:buChar char="–"/>
        <a:defRPr sz="3387" kern="1200">
          <a:solidFill>
            <a:schemeClr val="tx1"/>
          </a:solidFill>
          <a:latin typeface="+mn-lt"/>
          <a:ea typeface="+mn-ea"/>
          <a:cs typeface="+mn-cs"/>
        </a:defRPr>
      </a:lvl2pPr>
      <a:lvl3pPr marL="1372909" indent="-274582" algn="l" defTabSz="549164" rtl="0" eaLnBrk="1" latinLnBrk="0" hangingPunct="1">
        <a:spcBef>
          <a:spcPct val="20000"/>
        </a:spcBef>
        <a:buFont typeface="Arial"/>
        <a:buChar char="•"/>
        <a:defRPr sz="2865" kern="1200">
          <a:solidFill>
            <a:schemeClr val="tx1"/>
          </a:solidFill>
          <a:latin typeface="+mn-lt"/>
          <a:ea typeface="+mn-ea"/>
          <a:cs typeface="+mn-cs"/>
        </a:defRPr>
      </a:lvl3pPr>
      <a:lvl4pPr marL="1922071" indent="-274582" algn="l" defTabSz="549164" rtl="0" eaLnBrk="1" latinLnBrk="0" hangingPunct="1">
        <a:spcBef>
          <a:spcPct val="20000"/>
        </a:spcBef>
        <a:buFont typeface="Arial"/>
        <a:buChar char="–"/>
        <a:defRPr sz="2344" kern="1200">
          <a:solidFill>
            <a:schemeClr val="tx1"/>
          </a:solidFill>
          <a:latin typeface="+mn-lt"/>
          <a:ea typeface="+mn-ea"/>
          <a:cs typeface="+mn-cs"/>
        </a:defRPr>
      </a:lvl4pPr>
      <a:lvl5pPr marL="2471236" indent="-274582" algn="l" defTabSz="549164" rtl="0" eaLnBrk="1" latinLnBrk="0" hangingPunct="1">
        <a:spcBef>
          <a:spcPct val="20000"/>
        </a:spcBef>
        <a:buFont typeface="Arial"/>
        <a:buChar char="»"/>
        <a:defRPr sz="2344" kern="1200">
          <a:solidFill>
            <a:schemeClr val="tx1"/>
          </a:solidFill>
          <a:latin typeface="+mn-lt"/>
          <a:ea typeface="+mn-ea"/>
          <a:cs typeface="+mn-cs"/>
        </a:defRPr>
      </a:lvl5pPr>
      <a:lvl6pPr marL="3020399" indent="-274582" algn="l" defTabSz="549164" rtl="0" eaLnBrk="1" latinLnBrk="0" hangingPunct="1">
        <a:spcBef>
          <a:spcPct val="20000"/>
        </a:spcBef>
        <a:buFont typeface="Arial"/>
        <a:buChar char="•"/>
        <a:defRPr sz="2344" kern="1200">
          <a:solidFill>
            <a:schemeClr val="tx1"/>
          </a:solidFill>
          <a:latin typeface="+mn-lt"/>
          <a:ea typeface="+mn-ea"/>
          <a:cs typeface="+mn-cs"/>
        </a:defRPr>
      </a:lvl6pPr>
      <a:lvl7pPr marL="3569563" indent="-274582" algn="l" defTabSz="549164" rtl="0" eaLnBrk="1" latinLnBrk="0" hangingPunct="1">
        <a:spcBef>
          <a:spcPct val="20000"/>
        </a:spcBef>
        <a:buFont typeface="Arial"/>
        <a:buChar char="•"/>
        <a:defRPr sz="2344" kern="1200">
          <a:solidFill>
            <a:schemeClr val="tx1"/>
          </a:solidFill>
          <a:latin typeface="+mn-lt"/>
          <a:ea typeface="+mn-ea"/>
          <a:cs typeface="+mn-cs"/>
        </a:defRPr>
      </a:lvl7pPr>
      <a:lvl8pPr marL="4118726" indent="-274582" algn="l" defTabSz="549164" rtl="0" eaLnBrk="1" latinLnBrk="0" hangingPunct="1">
        <a:spcBef>
          <a:spcPct val="20000"/>
        </a:spcBef>
        <a:buFont typeface="Arial"/>
        <a:buChar char="•"/>
        <a:defRPr sz="2344" kern="1200">
          <a:solidFill>
            <a:schemeClr val="tx1"/>
          </a:solidFill>
          <a:latin typeface="+mn-lt"/>
          <a:ea typeface="+mn-ea"/>
          <a:cs typeface="+mn-cs"/>
        </a:defRPr>
      </a:lvl8pPr>
      <a:lvl9pPr marL="4667890" indent="-274582" algn="l" defTabSz="549164" rtl="0" eaLnBrk="1" latinLnBrk="0" hangingPunct="1">
        <a:spcBef>
          <a:spcPct val="20000"/>
        </a:spcBef>
        <a:buFont typeface="Arial"/>
        <a:buChar char="•"/>
        <a:defRPr sz="2344" kern="1200">
          <a:solidFill>
            <a:schemeClr val="tx1"/>
          </a:solidFill>
          <a:latin typeface="+mn-lt"/>
          <a:ea typeface="+mn-ea"/>
          <a:cs typeface="+mn-cs"/>
        </a:defRPr>
      </a:lvl9pPr>
    </p:bodyStyle>
    <p:otherStyle>
      <a:defPPr>
        <a:defRPr lang="es-ES"/>
      </a:defPPr>
      <a:lvl1pPr marL="0" algn="l" defTabSz="549164" rtl="0" eaLnBrk="1" latinLnBrk="0" hangingPunct="1">
        <a:defRPr sz="2214" kern="1200">
          <a:solidFill>
            <a:schemeClr val="tx1"/>
          </a:solidFill>
          <a:latin typeface="+mn-lt"/>
          <a:ea typeface="+mn-ea"/>
          <a:cs typeface="+mn-cs"/>
        </a:defRPr>
      </a:lvl1pPr>
      <a:lvl2pPr marL="549164" algn="l" defTabSz="549164" rtl="0" eaLnBrk="1" latinLnBrk="0" hangingPunct="1">
        <a:defRPr sz="2214" kern="1200">
          <a:solidFill>
            <a:schemeClr val="tx1"/>
          </a:solidFill>
          <a:latin typeface="+mn-lt"/>
          <a:ea typeface="+mn-ea"/>
          <a:cs typeface="+mn-cs"/>
        </a:defRPr>
      </a:lvl2pPr>
      <a:lvl3pPr marL="1098327" algn="l" defTabSz="549164" rtl="0" eaLnBrk="1" latinLnBrk="0" hangingPunct="1">
        <a:defRPr sz="2214" kern="1200">
          <a:solidFill>
            <a:schemeClr val="tx1"/>
          </a:solidFill>
          <a:latin typeface="+mn-lt"/>
          <a:ea typeface="+mn-ea"/>
          <a:cs typeface="+mn-cs"/>
        </a:defRPr>
      </a:lvl3pPr>
      <a:lvl4pPr marL="1647491" algn="l" defTabSz="549164" rtl="0" eaLnBrk="1" latinLnBrk="0" hangingPunct="1">
        <a:defRPr sz="2214" kern="1200">
          <a:solidFill>
            <a:schemeClr val="tx1"/>
          </a:solidFill>
          <a:latin typeface="+mn-lt"/>
          <a:ea typeface="+mn-ea"/>
          <a:cs typeface="+mn-cs"/>
        </a:defRPr>
      </a:lvl4pPr>
      <a:lvl5pPr marL="2196653" algn="l" defTabSz="549164" rtl="0" eaLnBrk="1" latinLnBrk="0" hangingPunct="1">
        <a:defRPr sz="2214" kern="1200">
          <a:solidFill>
            <a:schemeClr val="tx1"/>
          </a:solidFill>
          <a:latin typeface="+mn-lt"/>
          <a:ea typeface="+mn-ea"/>
          <a:cs typeface="+mn-cs"/>
        </a:defRPr>
      </a:lvl5pPr>
      <a:lvl6pPr marL="2745817" algn="l" defTabSz="549164" rtl="0" eaLnBrk="1" latinLnBrk="0" hangingPunct="1">
        <a:defRPr sz="2214" kern="1200">
          <a:solidFill>
            <a:schemeClr val="tx1"/>
          </a:solidFill>
          <a:latin typeface="+mn-lt"/>
          <a:ea typeface="+mn-ea"/>
          <a:cs typeface="+mn-cs"/>
        </a:defRPr>
      </a:lvl6pPr>
      <a:lvl7pPr marL="3294981" algn="l" defTabSz="549164" rtl="0" eaLnBrk="1" latinLnBrk="0" hangingPunct="1">
        <a:defRPr sz="2214" kern="1200">
          <a:solidFill>
            <a:schemeClr val="tx1"/>
          </a:solidFill>
          <a:latin typeface="+mn-lt"/>
          <a:ea typeface="+mn-ea"/>
          <a:cs typeface="+mn-cs"/>
        </a:defRPr>
      </a:lvl7pPr>
      <a:lvl8pPr marL="3844144" algn="l" defTabSz="549164" rtl="0" eaLnBrk="1" latinLnBrk="0" hangingPunct="1">
        <a:defRPr sz="2214" kern="1200">
          <a:solidFill>
            <a:schemeClr val="tx1"/>
          </a:solidFill>
          <a:latin typeface="+mn-lt"/>
          <a:ea typeface="+mn-ea"/>
          <a:cs typeface="+mn-cs"/>
        </a:defRPr>
      </a:lvl8pPr>
      <a:lvl9pPr marL="4393308" algn="l" defTabSz="549164" rtl="0" eaLnBrk="1" latinLnBrk="0" hangingPunct="1">
        <a:defRPr sz="221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AE17C15-72C0-2C3A-CFEA-1BEB79A4C4A1}"/>
              </a:ext>
            </a:extLst>
          </p:cNvPr>
          <p:cNvSpPr txBox="1"/>
          <p:nvPr/>
        </p:nvSpPr>
        <p:spPr>
          <a:xfrm>
            <a:off x="1319133" y="449705"/>
            <a:ext cx="2923083" cy="707886"/>
          </a:xfrm>
          <a:prstGeom prst="rect">
            <a:avLst/>
          </a:prstGeom>
          <a:noFill/>
        </p:spPr>
        <p:txBody>
          <a:bodyPr wrap="square" rtlCol="0">
            <a:spAutoFit/>
          </a:bodyPr>
          <a:lstStyle/>
          <a:p>
            <a:pPr algn="ctr"/>
            <a:r>
              <a:rPr lang="es-CO" sz="20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PROYECTO DATASET  DIABETES</a:t>
            </a:r>
          </a:p>
        </p:txBody>
      </p:sp>
      <p:sp>
        <p:nvSpPr>
          <p:cNvPr id="3" name="CuadroTexto 2">
            <a:extLst>
              <a:ext uri="{FF2B5EF4-FFF2-40B4-BE49-F238E27FC236}">
                <a16:creationId xmlns:a16="http://schemas.microsoft.com/office/drawing/2014/main" id="{000AB139-9DE9-9EC1-2B77-49758BC93A27}"/>
              </a:ext>
            </a:extLst>
          </p:cNvPr>
          <p:cNvSpPr txBox="1"/>
          <p:nvPr/>
        </p:nvSpPr>
        <p:spPr>
          <a:xfrm>
            <a:off x="5426439" y="130605"/>
            <a:ext cx="6767149" cy="5109091"/>
          </a:xfrm>
          <a:prstGeom prst="rect">
            <a:avLst/>
          </a:prstGeom>
          <a:noFill/>
        </p:spPr>
        <p:txBody>
          <a:bodyPr wrap="square" rtlCol="0">
            <a:spAutoFit/>
          </a:bodyPr>
          <a:lstStyle/>
          <a:p>
            <a:pPr algn="ctr">
              <a:lnSpc>
                <a:spcPct val="150000"/>
              </a:lnSpc>
            </a:pPr>
            <a:r>
              <a:rPr lang="es-CO" sz="2000" b="1" dirty="0">
                <a:effectLst>
                  <a:outerShdw blurRad="38100" dist="38100" dir="2700000" algn="tl">
                    <a:srgbClr val="000000">
                      <a:alpha val="43137"/>
                    </a:srgbClr>
                  </a:outerShdw>
                </a:effectLst>
                <a:latin typeface="Arial" panose="020B0604020202020204" pitchFamily="34" charset="0"/>
                <a:cs typeface="Arial" panose="020B0604020202020204" pitchFamily="34" charset="0"/>
              </a:rPr>
              <a:t>Análisis Predictivo de Diabetes en Pacientes</a:t>
            </a:r>
          </a:p>
          <a:p>
            <a:pPr>
              <a:lnSpc>
                <a:spcPct val="150000"/>
              </a:lnSpc>
            </a:pPr>
            <a:endParaRPr lang="es-CO" sz="2000" b="1" dirty="0">
              <a:latin typeface="Arial" panose="020B0604020202020204" pitchFamily="34" charset="0"/>
              <a:cs typeface="Arial" panose="020B0604020202020204" pitchFamily="34" charset="0"/>
            </a:endParaRPr>
          </a:p>
          <a:p>
            <a:pPr>
              <a:lnSpc>
                <a:spcPct val="150000"/>
              </a:lnSpc>
            </a:pPr>
            <a:r>
              <a:rPr lang="es-CO" sz="2000" dirty="0">
                <a:latin typeface="Arial" panose="020B0604020202020204" pitchFamily="34" charset="0"/>
                <a:cs typeface="Arial" panose="020B0604020202020204" pitchFamily="34" charset="0"/>
              </a:rPr>
              <a:t>Grupo 3: Predicción de Diabetes</a:t>
            </a:r>
          </a:p>
          <a:p>
            <a:pPr>
              <a:lnSpc>
                <a:spcPct val="150000"/>
              </a:lnSpc>
            </a:pPr>
            <a:endParaRPr lang="es-CO" sz="2000" dirty="0">
              <a:latin typeface="Arial" panose="020B0604020202020204" pitchFamily="34" charset="0"/>
              <a:cs typeface="Arial" panose="020B0604020202020204" pitchFamily="34" charset="0"/>
            </a:endParaRPr>
          </a:p>
          <a:p>
            <a:pPr>
              <a:lnSpc>
                <a:spcPct val="150000"/>
              </a:lnSpc>
            </a:pPr>
            <a:r>
              <a:rPr lang="es-MX" sz="2000" dirty="0">
                <a:latin typeface="Arial" panose="020B0604020202020204" pitchFamily="34" charset="0"/>
                <a:cs typeface="Arial" panose="020B0604020202020204" pitchFamily="34" charset="0"/>
              </a:rPr>
              <a:t>Presentado por: </a:t>
            </a:r>
          </a:p>
          <a:p>
            <a:pPr marL="342900" indent="-342900">
              <a:lnSpc>
                <a:spcPct val="150000"/>
              </a:lnSpc>
              <a:buFont typeface="Arial" panose="020B0604020202020204" pitchFamily="34" charset="0"/>
              <a:buChar char="•"/>
            </a:pPr>
            <a:r>
              <a:rPr lang="es-MX" sz="2000" dirty="0">
                <a:latin typeface="Arial" panose="020B0604020202020204" pitchFamily="34" charset="0"/>
                <a:cs typeface="Arial" panose="020B0604020202020204" pitchFamily="34" charset="0"/>
              </a:rPr>
              <a:t>Jhon Sebastián Caviedes Guevara</a:t>
            </a:r>
          </a:p>
          <a:p>
            <a:pPr marL="342900" indent="-342900">
              <a:lnSpc>
                <a:spcPct val="150000"/>
              </a:lnSpc>
              <a:buFont typeface="Arial" panose="020B0604020202020204" pitchFamily="34" charset="0"/>
              <a:buChar char="•"/>
            </a:pPr>
            <a:r>
              <a:rPr lang="es-MX" sz="2000" dirty="0">
                <a:latin typeface="Arial" panose="020B0604020202020204" pitchFamily="34" charset="0"/>
                <a:cs typeface="Arial" panose="020B0604020202020204" pitchFamily="34" charset="0"/>
              </a:rPr>
              <a:t>David Felipe Perdomo Castillo</a:t>
            </a:r>
          </a:p>
          <a:p>
            <a:pPr algn="ctr">
              <a:lnSpc>
                <a:spcPct val="150000"/>
              </a:lnSpc>
            </a:pPr>
            <a:endParaRPr lang="es-MX" sz="2000" dirty="0">
              <a:latin typeface="Arial" panose="020B0604020202020204" pitchFamily="34" charset="0"/>
              <a:cs typeface="Arial" panose="020B0604020202020204" pitchFamily="34" charset="0"/>
            </a:endParaRPr>
          </a:p>
          <a:p>
            <a:pPr algn="ctr">
              <a:lnSpc>
                <a:spcPct val="150000"/>
              </a:lnSpc>
            </a:pPr>
            <a:r>
              <a:rPr lang="es-MX" sz="2000" dirty="0">
                <a:latin typeface="Arial" panose="020B0604020202020204" pitchFamily="34" charset="0"/>
                <a:cs typeface="Arial" panose="020B0604020202020204" pitchFamily="34" charset="0"/>
              </a:rPr>
              <a:t> 15/12/2025</a:t>
            </a:r>
          </a:p>
          <a:p>
            <a:pPr>
              <a:lnSpc>
                <a:spcPct val="150000"/>
              </a:lnSpc>
            </a:pPr>
            <a:endParaRPr lang="es-CO" sz="2400" b="1" dirty="0">
              <a:latin typeface="Arial" panose="020B0604020202020204" pitchFamily="34" charset="0"/>
              <a:cs typeface="Arial" panose="020B0604020202020204" pitchFamily="34" charset="0"/>
            </a:endParaRPr>
          </a:p>
          <a:p>
            <a:pPr algn="ctr"/>
            <a:endParaRPr lang="es-CO" sz="2000" b="1" dirty="0">
              <a:latin typeface="Arial" panose="020B0604020202020204" pitchFamily="34" charset="0"/>
              <a:cs typeface="Arial" panose="020B0604020202020204" pitchFamily="34" charset="0"/>
            </a:endParaRPr>
          </a:p>
        </p:txBody>
      </p:sp>
      <p:pic>
        <p:nvPicPr>
          <p:cNvPr id="1026" name="Picture 2">
            <a:extLst>
              <a:ext uri="{FF2B5EF4-FFF2-40B4-BE49-F238E27FC236}">
                <a16:creationId xmlns:a16="http://schemas.microsoft.com/office/drawing/2014/main" id="{77120FA2-51BF-1D93-2B4F-92F42DA475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57591"/>
            <a:ext cx="5156616" cy="3549320"/>
          </a:xfrm>
          <a:prstGeom prst="rect">
            <a:avLst/>
          </a:prstGeom>
          <a:noFill/>
          <a:extLst>
            <a:ext uri="{909E8E84-426E-40DD-AFC4-6F175D3DCCD1}">
              <a14:hiddenFill xmlns:a14="http://schemas.microsoft.com/office/drawing/2010/main">
                <a:solidFill>
                  <a:srgbClr val="FFFFFF"/>
                </a:solidFill>
              </a14:hiddenFill>
            </a:ext>
          </a:extLst>
        </p:spPr>
      </p:pic>
      <p:pic>
        <p:nvPicPr>
          <p:cNvPr id="17" name="Imagen 16">
            <a:extLst>
              <a:ext uri="{FF2B5EF4-FFF2-40B4-BE49-F238E27FC236}">
                <a16:creationId xmlns:a16="http://schemas.microsoft.com/office/drawing/2014/main" id="{1320AE0D-F70C-B9E2-E04E-A4A0FED953DA}"/>
              </a:ext>
            </a:extLst>
          </p:cNvPr>
          <p:cNvPicPr>
            <a:picLocks noChangeAspect="1"/>
          </p:cNvPicPr>
          <p:nvPr/>
        </p:nvPicPr>
        <p:blipFill>
          <a:blip r:embed="rId3"/>
          <a:stretch>
            <a:fillRect/>
          </a:stretch>
        </p:blipFill>
        <p:spPr>
          <a:xfrm>
            <a:off x="6632699" y="4345090"/>
            <a:ext cx="4445032" cy="2382305"/>
          </a:xfrm>
          <a:prstGeom prst="rect">
            <a:avLst/>
          </a:prstGeom>
        </p:spPr>
      </p:pic>
    </p:spTree>
    <p:extLst>
      <p:ext uri="{BB962C8B-B14F-4D97-AF65-F5344CB8AC3E}">
        <p14:creationId xmlns:p14="http://schemas.microsoft.com/office/powerpoint/2010/main" val="17993484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9A36D600-BC87-C021-8AE8-5D250D206C73}"/>
              </a:ext>
            </a:extLst>
          </p:cNvPr>
          <p:cNvSpPr txBox="1"/>
          <p:nvPr/>
        </p:nvSpPr>
        <p:spPr>
          <a:xfrm>
            <a:off x="164892" y="314794"/>
            <a:ext cx="8296720" cy="6135013"/>
          </a:xfrm>
          <a:prstGeom prst="rect">
            <a:avLst/>
          </a:prstGeom>
          <a:noFill/>
        </p:spPr>
        <p:txBody>
          <a:bodyPr wrap="square">
            <a:spAutoFit/>
          </a:bodyPr>
          <a:lstStyle/>
          <a:p>
            <a:pPr algn="ctr">
              <a:buNone/>
            </a:pPr>
            <a:r>
              <a:rPr lang="es-MX" sz="1800" b="1" dirty="0">
                <a:latin typeface="Arial" panose="020B0604020202020204" pitchFamily="34" charset="0"/>
                <a:cs typeface="Arial" panose="020B0604020202020204" pitchFamily="34" charset="0"/>
              </a:rPr>
              <a:t>Análisis Inicial del Dataset de Diabetes</a:t>
            </a:r>
          </a:p>
          <a:p>
            <a:pPr algn="just">
              <a:lnSpc>
                <a:spcPct val="150000"/>
              </a:lnSpc>
              <a:buNone/>
            </a:pPr>
            <a:r>
              <a:rPr lang="es-MX" sz="1800" b="1" dirty="0">
                <a:latin typeface="Arial" panose="020B0604020202020204" pitchFamily="34" charset="0"/>
                <a:cs typeface="Arial" panose="020B0604020202020204" pitchFamily="34" charset="0"/>
              </a:rPr>
              <a:t>Descripción General</a:t>
            </a:r>
          </a:p>
          <a:p>
            <a:pPr algn="just">
              <a:lnSpc>
                <a:spcPct val="150000"/>
              </a:lnSpc>
              <a:buFont typeface="Arial" panose="020B0604020202020204" pitchFamily="34" charset="0"/>
              <a:buChar char="•"/>
            </a:pPr>
            <a:r>
              <a:rPr lang="es-MX" sz="1800" dirty="0">
                <a:latin typeface="Arial" panose="020B0604020202020204" pitchFamily="34" charset="0"/>
                <a:cs typeface="Arial" panose="020B0604020202020204" pitchFamily="34" charset="0"/>
              </a:rPr>
              <a:t>Registros: 768 pacientes.</a:t>
            </a:r>
          </a:p>
          <a:p>
            <a:pPr algn="just">
              <a:lnSpc>
                <a:spcPct val="150000"/>
              </a:lnSpc>
              <a:buFont typeface="Arial" panose="020B0604020202020204" pitchFamily="34" charset="0"/>
              <a:buChar char="•"/>
            </a:pPr>
            <a:r>
              <a:rPr lang="es-MX" sz="1800" dirty="0">
                <a:latin typeface="Arial" panose="020B0604020202020204" pitchFamily="34" charset="0"/>
                <a:cs typeface="Arial" panose="020B0604020202020204" pitchFamily="34" charset="0"/>
              </a:rPr>
              <a:t>Variables: 9 atributos, incluyendo resultados de glucosa, presión arterial, IMC, edad y un indicador de resultado (diabetes).</a:t>
            </a:r>
          </a:p>
          <a:p>
            <a:pPr algn="just">
              <a:lnSpc>
                <a:spcPct val="150000"/>
              </a:lnSpc>
              <a:buFont typeface="Arial" panose="020B0604020202020204" pitchFamily="34" charset="0"/>
              <a:buChar char="•"/>
            </a:pPr>
            <a:r>
              <a:rPr lang="es-MX" sz="1800" dirty="0">
                <a:latin typeface="Arial" panose="020B0604020202020204" pitchFamily="34" charset="0"/>
                <a:cs typeface="Arial" panose="020B0604020202020204" pitchFamily="34" charset="0"/>
              </a:rPr>
              <a:t>Tipos de Datos: Mayormente numéricos (enteros y flotantes), con la variable objetivo siendo binaria (0/1).</a:t>
            </a:r>
          </a:p>
          <a:p>
            <a:pPr algn="just">
              <a:lnSpc>
                <a:spcPct val="150000"/>
              </a:lnSpc>
              <a:buNone/>
            </a:pPr>
            <a:r>
              <a:rPr lang="es-MX" sz="1800" b="1" dirty="0">
                <a:latin typeface="Arial" panose="020B0604020202020204" pitchFamily="34" charset="0"/>
                <a:cs typeface="Arial" panose="020B0604020202020204" pitchFamily="34" charset="0"/>
              </a:rPr>
              <a:t>Estadísticos Descriptivos Clave</a:t>
            </a:r>
          </a:p>
          <a:p>
            <a:pPr algn="just">
              <a:lnSpc>
                <a:spcPct val="150000"/>
              </a:lnSpc>
              <a:buFont typeface="Arial" panose="020B0604020202020204" pitchFamily="34" charset="0"/>
              <a:buChar char="•"/>
            </a:pPr>
            <a:r>
              <a:rPr lang="es-MX" sz="1800" dirty="0">
                <a:latin typeface="Arial" panose="020B0604020202020204" pitchFamily="34" charset="0"/>
                <a:cs typeface="Arial" panose="020B0604020202020204" pitchFamily="34" charset="0"/>
              </a:rPr>
              <a:t>Glucosa: Media alta, con una desviación estándar considerable, indicando variabilidad.</a:t>
            </a:r>
          </a:p>
          <a:p>
            <a:pPr algn="just">
              <a:lnSpc>
                <a:spcPct val="150000"/>
              </a:lnSpc>
              <a:buFont typeface="Arial" panose="020B0604020202020204" pitchFamily="34" charset="0"/>
              <a:buChar char="•"/>
            </a:pPr>
            <a:r>
              <a:rPr lang="es-MX" sz="1800" dirty="0">
                <a:latin typeface="Arial" panose="020B0604020202020204" pitchFamily="34" charset="0"/>
                <a:cs typeface="Arial" panose="020B0604020202020204" pitchFamily="34" charset="0"/>
              </a:rPr>
              <a:t>Presión Arterial: Rangos normales para la mayoría, pero con algunos valores extremos que podrían ser atípicos.</a:t>
            </a:r>
          </a:p>
          <a:p>
            <a:pPr algn="just">
              <a:lnSpc>
                <a:spcPct val="150000"/>
              </a:lnSpc>
              <a:buFont typeface="Arial" panose="020B0604020202020204" pitchFamily="34" charset="0"/>
              <a:buChar char="•"/>
            </a:pPr>
            <a:r>
              <a:rPr lang="es-MX" sz="1800" dirty="0">
                <a:latin typeface="Arial" panose="020B0604020202020204" pitchFamily="34" charset="0"/>
                <a:cs typeface="Arial" panose="020B0604020202020204" pitchFamily="34" charset="0"/>
              </a:rPr>
              <a:t>IMC (Índice de Masa Corporal): Distribución que sugiere una parte significativa de la población con sobrepeso u obesidad.</a:t>
            </a:r>
          </a:p>
          <a:p>
            <a:pPr algn="just">
              <a:lnSpc>
                <a:spcPct val="150000"/>
              </a:lnSpc>
              <a:buFont typeface="Arial" panose="020B0604020202020204" pitchFamily="34" charset="0"/>
              <a:buChar char="•"/>
            </a:pPr>
            <a:r>
              <a:rPr lang="es-MX" sz="1800" dirty="0">
                <a:latin typeface="Arial" panose="020B0604020202020204" pitchFamily="34" charset="0"/>
                <a:cs typeface="Arial" panose="020B0604020202020204" pitchFamily="34" charset="0"/>
              </a:rPr>
              <a:t>Edad: Amplio rango, influyendo potencialmente en la aparición de la diabetes.</a:t>
            </a:r>
          </a:p>
        </p:txBody>
      </p:sp>
      <p:pic>
        <p:nvPicPr>
          <p:cNvPr id="3074" name="Picture 2">
            <a:extLst>
              <a:ext uri="{FF2B5EF4-FFF2-40B4-BE49-F238E27FC236}">
                <a16:creationId xmlns:a16="http://schemas.microsoft.com/office/drawing/2014/main" id="{5365C574-1E8F-6AE1-C638-D314B0B097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99030" y="663844"/>
            <a:ext cx="2773181" cy="234382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09E4B840-531A-C608-52DC-DA074C2EBA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9031" y="3180581"/>
            <a:ext cx="2668248" cy="235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69732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48507DC-63B9-384B-1C26-1DFA413CFC0E}"/>
              </a:ext>
            </a:extLst>
          </p:cNvPr>
          <p:cNvSpPr txBox="1"/>
          <p:nvPr/>
        </p:nvSpPr>
        <p:spPr>
          <a:xfrm>
            <a:off x="3728906" y="61895"/>
            <a:ext cx="5264968" cy="707886"/>
          </a:xfrm>
          <a:prstGeom prst="rect">
            <a:avLst/>
          </a:prstGeom>
          <a:noFill/>
        </p:spPr>
        <p:txBody>
          <a:bodyPr wrap="square" rtlCol="0">
            <a:spAutoFit/>
          </a:bodyPr>
          <a:lstStyle/>
          <a:p>
            <a:pPr algn="ctr"/>
            <a:r>
              <a:rPr lang="es-MX" sz="2000" b="1" dirty="0">
                <a:latin typeface="Arial" panose="020B0604020202020204" pitchFamily="34" charset="0"/>
                <a:cs typeface="Arial" panose="020B0604020202020204" pitchFamily="34" charset="0"/>
              </a:rPr>
              <a:t>Tratamiento de valores faltantes en glucosa: análisis gráfico y estadístico</a:t>
            </a:r>
            <a:endParaRPr lang="es-CO" sz="2000" b="1" dirty="0">
              <a:latin typeface="Arial" panose="020B0604020202020204" pitchFamily="34" charset="0"/>
              <a:cs typeface="Arial" panose="020B0604020202020204" pitchFamily="34" charset="0"/>
            </a:endParaRPr>
          </a:p>
        </p:txBody>
      </p:sp>
      <p:pic>
        <p:nvPicPr>
          <p:cNvPr id="5" name="Imagen 4">
            <a:extLst>
              <a:ext uri="{FF2B5EF4-FFF2-40B4-BE49-F238E27FC236}">
                <a16:creationId xmlns:a16="http://schemas.microsoft.com/office/drawing/2014/main" id="{EC881325-ED54-6104-4A04-2D6CB1D49B27}"/>
              </a:ext>
            </a:extLst>
          </p:cNvPr>
          <p:cNvPicPr>
            <a:picLocks noChangeAspect="1"/>
          </p:cNvPicPr>
          <p:nvPr/>
        </p:nvPicPr>
        <p:blipFill>
          <a:blip r:embed="rId2"/>
          <a:stretch>
            <a:fillRect/>
          </a:stretch>
        </p:blipFill>
        <p:spPr>
          <a:xfrm>
            <a:off x="595102" y="769781"/>
            <a:ext cx="4386645" cy="3433027"/>
          </a:xfrm>
          <a:prstGeom prst="rect">
            <a:avLst/>
          </a:prstGeom>
        </p:spPr>
      </p:pic>
      <p:pic>
        <p:nvPicPr>
          <p:cNvPr id="7" name="Imagen 6">
            <a:extLst>
              <a:ext uri="{FF2B5EF4-FFF2-40B4-BE49-F238E27FC236}">
                <a16:creationId xmlns:a16="http://schemas.microsoft.com/office/drawing/2014/main" id="{B1B6B91D-C99E-E9D6-C9B1-36A353B4D97F}"/>
              </a:ext>
            </a:extLst>
          </p:cNvPr>
          <p:cNvPicPr>
            <a:picLocks noChangeAspect="1"/>
          </p:cNvPicPr>
          <p:nvPr/>
        </p:nvPicPr>
        <p:blipFill>
          <a:blip r:embed="rId3"/>
          <a:stretch>
            <a:fillRect/>
          </a:stretch>
        </p:blipFill>
        <p:spPr>
          <a:xfrm>
            <a:off x="5642168" y="875550"/>
            <a:ext cx="3351706" cy="3221489"/>
          </a:xfrm>
          <a:prstGeom prst="rect">
            <a:avLst/>
          </a:prstGeom>
        </p:spPr>
      </p:pic>
      <p:sp>
        <p:nvSpPr>
          <p:cNvPr id="9" name="CuadroTexto 8">
            <a:extLst>
              <a:ext uri="{FF2B5EF4-FFF2-40B4-BE49-F238E27FC236}">
                <a16:creationId xmlns:a16="http://schemas.microsoft.com/office/drawing/2014/main" id="{8B316BF0-6E19-91C1-558C-EFC78BCE46D6}"/>
              </a:ext>
            </a:extLst>
          </p:cNvPr>
          <p:cNvSpPr txBox="1"/>
          <p:nvPr/>
        </p:nvSpPr>
        <p:spPr>
          <a:xfrm>
            <a:off x="312363" y="4648522"/>
            <a:ext cx="12098054" cy="1015663"/>
          </a:xfrm>
          <a:prstGeom prst="rect">
            <a:avLst/>
          </a:prstGeom>
          <a:noFill/>
        </p:spPr>
        <p:txBody>
          <a:bodyPr wrap="square">
            <a:spAutoFit/>
          </a:bodyPr>
          <a:lstStyle/>
          <a:p>
            <a:pPr algn="ctr"/>
            <a:r>
              <a:rPr lang="es-MX" sz="2000" dirty="0">
                <a:latin typeface="Arial" panose="020B0604020202020204" pitchFamily="34" charset="0"/>
                <a:cs typeface="Arial" panose="020B0604020202020204" pitchFamily="34" charset="0"/>
              </a:rPr>
              <a:t>Se evidenció que la variable de glucosa tenía 300 valores faltantes, mientras que las demás no presentaban ausencias. Se aplicó un manejo para completar los registros y evitar sesgos en el análisis. La gráfica y la tabla confirman que solo esta variable requería corrección.</a:t>
            </a:r>
            <a:endParaRPr lang="es-CO"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0473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856D679B-80AC-6298-972A-E88F0C13C536}"/>
              </a:ext>
            </a:extLst>
          </p:cNvPr>
          <p:cNvPicPr>
            <a:picLocks noChangeAspect="1"/>
          </p:cNvPicPr>
          <p:nvPr/>
        </p:nvPicPr>
        <p:blipFill>
          <a:blip r:embed="rId2"/>
          <a:stretch>
            <a:fillRect/>
          </a:stretch>
        </p:blipFill>
        <p:spPr>
          <a:xfrm>
            <a:off x="138737" y="1167196"/>
            <a:ext cx="5377217" cy="3425214"/>
          </a:xfrm>
          <a:prstGeom prst="rect">
            <a:avLst/>
          </a:prstGeom>
        </p:spPr>
      </p:pic>
      <p:sp>
        <p:nvSpPr>
          <p:cNvPr id="8" name="CuadroTexto 7">
            <a:extLst>
              <a:ext uri="{FF2B5EF4-FFF2-40B4-BE49-F238E27FC236}">
                <a16:creationId xmlns:a16="http://schemas.microsoft.com/office/drawing/2014/main" id="{956B3EE6-D432-D173-33EE-BCC0FD881A7C}"/>
              </a:ext>
            </a:extLst>
          </p:cNvPr>
          <p:cNvSpPr txBox="1"/>
          <p:nvPr/>
        </p:nvSpPr>
        <p:spPr>
          <a:xfrm>
            <a:off x="3244917" y="207832"/>
            <a:ext cx="6093500" cy="707886"/>
          </a:xfrm>
          <a:prstGeom prst="rect">
            <a:avLst/>
          </a:prstGeom>
          <a:noFill/>
        </p:spPr>
        <p:txBody>
          <a:bodyPr wrap="square">
            <a:spAutoFit/>
          </a:bodyPr>
          <a:lstStyle/>
          <a:p>
            <a:pPr algn="ctr"/>
            <a:r>
              <a:rPr lang="es-MX" sz="2000" b="1" dirty="0">
                <a:latin typeface="Arial" panose="020B0604020202020204" pitchFamily="34" charset="0"/>
                <a:cs typeface="Arial" panose="020B0604020202020204" pitchFamily="34" charset="0"/>
              </a:rPr>
              <a:t>Impacto de la imputación en la distribución de glucosa</a:t>
            </a:r>
            <a:endParaRPr lang="es-CO" sz="2000" b="1" dirty="0">
              <a:latin typeface="Arial" panose="020B0604020202020204" pitchFamily="34" charset="0"/>
              <a:cs typeface="Arial" panose="020B0604020202020204" pitchFamily="34" charset="0"/>
            </a:endParaRPr>
          </a:p>
        </p:txBody>
      </p:sp>
      <p:pic>
        <p:nvPicPr>
          <p:cNvPr id="14" name="Imagen 13">
            <a:extLst>
              <a:ext uri="{FF2B5EF4-FFF2-40B4-BE49-F238E27FC236}">
                <a16:creationId xmlns:a16="http://schemas.microsoft.com/office/drawing/2014/main" id="{A8F0CC47-DCD1-ABB7-21B2-858168D8996F}"/>
              </a:ext>
            </a:extLst>
          </p:cNvPr>
          <p:cNvPicPr>
            <a:picLocks noChangeAspect="1"/>
          </p:cNvPicPr>
          <p:nvPr/>
        </p:nvPicPr>
        <p:blipFill>
          <a:blip r:embed="rId3"/>
          <a:stretch>
            <a:fillRect/>
          </a:stretch>
        </p:blipFill>
        <p:spPr>
          <a:xfrm>
            <a:off x="5851135" y="1282890"/>
            <a:ext cx="3930112" cy="3435259"/>
          </a:xfrm>
          <a:prstGeom prst="rect">
            <a:avLst/>
          </a:prstGeom>
        </p:spPr>
      </p:pic>
      <p:sp>
        <p:nvSpPr>
          <p:cNvPr id="16" name="CuadroTexto 15">
            <a:extLst>
              <a:ext uri="{FF2B5EF4-FFF2-40B4-BE49-F238E27FC236}">
                <a16:creationId xmlns:a16="http://schemas.microsoft.com/office/drawing/2014/main" id="{77C0F967-3B05-BE3D-ECC4-76E4D728D7AC}"/>
              </a:ext>
            </a:extLst>
          </p:cNvPr>
          <p:cNvSpPr txBox="1"/>
          <p:nvPr/>
        </p:nvSpPr>
        <p:spPr>
          <a:xfrm>
            <a:off x="247919" y="4843888"/>
            <a:ext cx="11697750" cy="1015663"/>
          </a:xfrm>
          <a:prstGeom prst="rect">
            <a:avLst/>
          </a:prstGeom>
          <a:noFill/>
        </p:spPr>
        <p:txBody>
          <a:bodyPr wrap="square">
            <a:spAutoFit/>
          </a:bodyPr>
          <a:lstStyle/>
          <a:p>
            <a:pPr algn="ctr"/>
            <a:r>
              <a:rPr lang="es-MX" sz="2000" dirty="0">
                <a:latin typeface="Arial" panose="020B0604020202020204" pitchFamily="34" charset="0"/>
                <a:cs typeface="Arial" panose="020B0604020202020204" pitchFamily="34" charset="0"/>
              </a:rPr>
              <a:t>La media descendió ligeramente mientras la mediana subió, acercándose entre sí y mostrando mayor simetría en la distribución. La desviación estándar se redujo de 32.6 a 25.4, lo que refleja menor dispersión y mayor homogeneidad en los datos.</a:t>
            </a:r>
            <a:endParaRPr lang="es-CO"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36887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C894B87-1E58-8416-0EBD-554CB379770F}"/>
              </a:ext>
            </a:extLst>
          </p:cNvPr>
          <p:cNvSpPr txBox="1"/>
          <p:nvPr/>
        </p:nvSpPr>
        <p:spPr>
          <a:xfrm>
            <a:off x="3179928" y="0"/>
            <a:ext cx="5527344" cy="400110"/>
          </a:xfrm>
          <a:prstGeom prst="rect">
            <a:avLst/>
          </a:prstGeom>
          <a:noFill/>
        </p:spPr>
        <p:txBody>
          <a:bodyPr wrap="square" rtlCol="0">
            <a:spAutoFit/>
          </a:bodyPr>
          <a:lstStyle/>
          <a:p>
            <a:pPr algn="ctr"/>
            <a:r>
              <a:rPr lang="es-MX" sz="2000" b="1" dirty="0">
                <a:latin typeface="Arial" panose="020B0604020202020204" pitchFamily="34" charset="0"/>
                <a:cs typeface="Arial" panose="020B0604020202020204" pitchFamily="34" charset="0"/>
              </a:rPr>
              <a:t>Gráfica del codo y resumen estadístico</a:t>
            </a:r>
            <a:endParaRPr lang="es-CO" sz="2000" b="1" dirty="0">
              <a:latin typeface="Arial" panose="020B0604020202020204" pitchFamily="34" charset="0"/>
              <a:cs typeface="Arial" panose="020B0604020202020204" pitchFamily="34" charset="0"/>
            </a:endParaRPr>
          </a:p>
        </p:txBody>
      </p:sp>
      <p:pic>
        <p:nvPicPr>
          <p:cNvPr id="4" name="Imagen 3">
            <a:extLst>
              <a:ext uri="{FF2B5EF4-FFF2-40B4-BE49-F238E27FC236}">
                <a16:creationId xmlns:a16="http://schemas.microsoft.com/office/drawing/2014/main" id="{C0E92CDD-4AA1-2715-1220-E46D4637F739}"/>
              </a:ext>
            </a:extLst>
          </p:cNvPr>
          <p:cNvPicPr>
            <a:picLocks noChangeAspect="1"/>
          </p:cNvPicPr>
          <p:nvPr/>
        </p:nvPicPr>
        <p:blipFill>
          <a:blip r:embed="rId2"/>
          <a:stretch>
            <a:fillRect/>
          </a:stretch>
        </p:blipFill>
        <p:spPr>
          <a:xfrm>
            <a:off x="269276" y="906774"/>
            <a:ext cx="4166246" cy="3207439"/>
          </a:xfrm>
          <a:prstGeom prst="rect">
            <a:avLst/>
          </a:prstGeom>
        </p:spPr>
      </p:pic>
      <p:pic>
        <p:nvPicPr>
          <p:cNvPr id="6" name="Imagen 5">
            <a:extLst>
              <a:ext uri="{FF2B5EF4-FFF2-40B4-BE49-F238E27FC236}">
                <a16:creationId xmlns:a16="http://schemas.microsoft.com/office/drawing/2014/main" id="{2A352EED-6006-581D-53DC-0FA49DC35FC8}"/>
              </a:ext>
            </a:extLst>
          </p:cNvPr>
          <p:cNvPicPr>
            <a:picLocks noChangeAspect="1"/>
          </p:cNvPicPr>
          <p:nvPr/>
        </p:nvPicPr>
        <p:blipFill>
          <a:blip r:embed="rId3"/>
          <a:stretch>
            <a:fillRect/>
          </a:stretch>
        </p:blipFill>
        <p:spPr>
          <a:xfrm>
            <a:off x="5813256" y="904293"/>
            <a:ext cx="3121248" cy="3209920"/>
          </a:xfrm>
          <a:prstGeom prst="rect">
            <a:avLst/>
          </a:prstGeom>
        </p:spPr>
      </p:pic>
      <p:sp>
        <p:nvSpPr>
          <p:cNvPr id="8" name="CuadroTexto 7">
            <a:extLst>
              <a:ext uri="{FF2B5EF4-FFF2-40B4-BE49-F238E27FC236}">
                <a16:creationId xmlns:a16="http://schemas.microsoft.com/office/drawing/2014/main" id="{61A8BB81-45EB-FB06-8E49-A743F74E67D2}"/>
              </a:ext>
            </a:extLst>
          </p:cNvPr>
          <p:cNvSpPr txBox="1"/>
          <p:nvPr/>
        </p:nvSpPr>
        <p:spPr>
          <a:xfrm>
            <a:off x="731618" y="4917643"/>
            <a:ext cx="11059937" cy="707886"/>
          </a:xfrm>
          <a:prstGeom prst="rect">
            <a:avLst/>
          </a:prstGeom>
          <a:noFill/>
        </p:spPr>
        <p:txBody>
          <a:bodyPr wrap="square">
            <a:spAutoFit/>
          </a:bodyPr>
          <a:lstStyle/>
          <a:p>
            <a:pPr algn="ctr"/>
            <a:r>
              <a:rPr lang="es-MX" sz="2000" dirty="0">
                <a:latin typeface="Arial" panose="020B0604020202020204" pitchFamily="34" charset="0"/>
                <a:cs typeface="Arial" panose="020B0604020202020204" pitchFamily="34" charset="0"/>
              </a:rPr>
              <a:t>Se aplicó la técnica del codo y se identificó que tres clústeres eran óptimos. La gráfica muestra el punto de inflexión y la tabla confirma que no hay valores faltantes en las variables analizadas.</a:t>
            </a:r>
            <a:endParaRPr lang="es-CO"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7682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98EFA02E-66F3-7283-8DD8-B06FE7877276}"/>
              </a:ext>
            </a:extLst>
          </p:cNvPr>
          <p:cNvPicPr>
            <a:picLocks noChangeAspect="1"/>
          </p:cNvPicPr>
          <p:nvPr/>
        </p:nvPicPr>
        <p:blipFill>
          <a:blip r:embed="rId2"/>
          <a:stretch>
            <a:fillRect/>
          </a:stretch>
        </p:blipFill>
        <p:spPr>
          <a:xfrm>
            <a:off x="7526056" y="1580840"/>
            <a:ext cx="3984814" cy="1794813"/>
          </a:xfrm>
          <a:prstGeom prst="rect">
            <a:avLst/>
          </a:prstGeom>
        </p:spPr>
      </p:pic>
      <p:pic>
        <p:nvPicPr>
          <p:cNvPr id="8" name="Imagen 7">
            <a:extLst>
              <a:ext uri="{FF2B5EF4-FFF2-40B4-BE49-F238E27FC236}">
                <a16:creationId xmlns:a16="http://schemas.microsoft.com/office/drawing/2014/main" id="{5AB7CA1A-7110-C768-1DF7-AB35E5E381B9}"/>
              </a:ext>
            </a:extLst>
          </p:cNvPr>
          <p:cNvPicPr>
            <a:picLocks noChangeAspect="1"/>
          </p:cNvPicPr>
          <p:nvPr/>
        </p:nvPicPr>
        <p:blipFill>
          <a:blip r:embed="rId3"/>
          <a:stretch>
            <a:fillRect/>
          </a:stretch>
        </p:blipFill>
        <p:spPr>
          <a:xfrm>
            <a:off x="2163759" y="1096147"/>
            <a:ext cx="3573161" cy="2971739"/>
          </a:xfrm>
          <a:prstGeom prst="rect">
            <a:avLst/>
          </a:prstGeom>
        </p:spPr>
      </p:pic>
      <p:sp>
        <p:nvSpPr>
          <p:cNvPr id="11" name="Rectangle 2">
            <a:extLst>
              <a:ext uri="{FF2B5EF4-FFF2-40B4-BE49-F238E27FC236}">
                <a16:creationId xmlns:a16="http://schemas.microsoft.com/office/drawing/2014/main" id="{910B7B01-4E08-B3F8-E20D-03351713CBB0}"/>
              </a:ext>
            </a:extLst>
          </p:cNvPr>
          <p:cNvSpPr>
            <a:spLocks noChangeArrowheads="1"/>
          </p:cNvSpPr>
          <p:nvPr/>
        </p:nvSpPr>
        <p:spPr bwMode="auto">
          <a:xfrm>
            <a:off x="2880953" y="419039"/>
            <a:ext cx="7148876"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s-CO" altLang="es-CO" sz="2000" b="1" i="0" u="none" strike="noStrike" cap="none" normalizeH="0" baseline="0" dirty="0">
                <a:ln>
                  <a:noFill/>
                </a:ln>
                <a:solidFill>
                  <a:schemeClr val="tx1"/>
                </a:solidFill>
                <a:effectLst/>
                <a:latin typeface="Arial" panose="020B0604020202020204" pitchFamily="34" charset="0"/>
              </a:rPr>
              <a:t>Distribución de individuos por condición diabética</a:t>
            </a:r>
            <a:r>
              <a:rPr kumimoji="0" lang="es-CO" altLang="es-CO" sz="20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sp>
        <p:nvSpPr>
          <p:cNvPr id="13" name="CuadroTexto 12">
            <a:extLst>
              <a:ext uri="{FF2B5EF4-FFF2-40B4-BE49-F238E27FC236}">
                <a16:creationId xmlns:a16="http://schemas.microsoft.com/office/drawing/2014/main" id="{903A6653-891E-FFED-0517-10DF401505E3}"/>
              </a:ext>
            </a:extLst>
          </p:cNvPr>
          <p:cNvSpPr txBox="1"/>
          <p:nvPr/>
        </p:nvSpPr>
        <p:spPr>
          <a:xfrm>
            <a:off x="265446" y="4261497"/>
            <a:ext cx="11928142" cy="1015663"/>
          </a:xfrm>
          <a:prstGeom prst="rect">
            <a:avLst/>
          </a:prstGeom>
          <a:noFill/>
        </p:spPr>
        <p:txBody>
          <a:bodyPr wrap="square">
            <a:spAutoFit/>
          </a:bodyPr>
          <a:lstStyle/>
          <a:p>
            <a:pPr algn="ctr"/>
            <a:r>
              <a:rPr lang="es-CO" sz="2000" dirty="0">
                <a:latin typeface="Arial" panose="020B0604020202020204" pitchFamily="34" charset="0"/>
                <a:cs typeface="Arial" panose="020B0604020202020204" pitchFamily="34" charset="0"/>
              </a:rPr>
              <a:t>El estudio muestra que el 65.1% de los individuos no presenta diabetes y el 34.9% sí la tiene. La tabla confirma estos porcentajes con un total de 768 registros, reflejando la distribución de la población y sirviendo de base para futuros estudios.</a:t>
            </a:r>
          </a:p>
        </p:txBody>
      </p:sp>
    </p:spTree>
    <p:extLst>
      <p:ext uri="{BB962C8B-B14F-4D97-AF65-F5344CB8AC3E}">
        <p14:creationId xmlns:p14="http://schemas.microsoft.com/office/powerpoint/2010/main" val="3100657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05BC97F8-64AD-0CEC-0E8F-7FEC67BFBA5F}"/>
              </a:ext>
            </a:extLst>
          </p:cNvPr>
          <p:cNvPicPr>
            <a:picLocks noChangeAspect="1"/>
          </p:cNvPicPr>
          <p:nvPr/>
        </p:nvPicPr>
        <p:blipFill>
          <a:blip r:embed="rId2"/>
          <a:stretch>
            <a:fillRect/>
          </a:stretch>
        </p:blipFill>
        <p:spPr>
          <a:xfrm>
            <a:off x="133893" y="1099982"/>
            <a:ext cx="5106847" cy="3540171"/>
          </a:xfrm>
          <a:prstGeom prst="rect">
            <a:avLst/>
          </a:prstGeom>
        </p:spPr>
      </p:pic>
      <p:pic>
        <p:nvPicPr>
          <p:cNvPr id="8" name="Imagen 7">
            <a:extLst>
              <a:ext uri="{FF2B5EF4-FFF2-40B4-BE49-F238E27FC236}">
                <a16:creationId xmlns:a16="http://schemas.microsoft.com/office/drawing/2014/main" id="{0F36265C-73D0-FD2C-D2E0-0E04C28647B5}"/>
              </a:ext>
            </a:extLst>
          </p:cNvPr>
          <p:cNvPicPr>
            <a:picLocks noChangeAspect="1"/>
          </p:cNvPicPr>
          <p:nvPr/>
        </p:nvPicPr>
        <p:blipFill>
          <a:blip r:embed="rId3"/>
          <a:stretch>
            <a:fillRect/>
          </a:stretch>
        </p:blipFill>
        <p:spPr>
          <a:xfrm>
            <a:off x="5825912" y="1468181"/>
            <a:ext cx="6020345" cy="2803771"/>
          </a:xfrm>
          <a:prstGeom prst="rect">
            <a:avLst/>
          </a:prstGeom>
        </p:spPr>
      </p:pic>
      <p:sp>
        <p:nvSpPr>
          <p:cNvPr id="11" name="CuadroTexto 10">
            <a:extLst>
              <a:ext uri="{FF2B5EF4-FFF2-40B4-BE49-F238E27FC236}">
                <a16:creationId xmlns:a16="http://schemas.microsoft.com/office/drawing/2014/main" id="{1F924211-1C24-911F-44DD-A58C892A09A5}"/>
              </a:ext>
            </a:extLst>
          </p:cNvPr>
          <p:cNvSpPr txBox="1"/>
          <p:nvPr/>
        </p:nvSpPr>
        <p:spPr>
          <a:xfrm>
            <a:off x="3401705" y="468703"/>
            <a:ext cx="6093724" cy="400110"/>
          </a:xfrm>
          <a:prstGeom prst="rect">
            <a:avLst/>
          </a:prstGeom>
          <a:noFill/>
        </p:spPr>
        <p:txBody>
          <a:bodyPr wrap="square">
            <a:spAutoFit/>
          </a:bodyPr>
          <a:lstStyle/>
          <a:p>
            <a:pPr algn="ctr"/>
            <a:r>
              <a:rPr lang="es-CO" sz="2000" b="1" dirty="0">
                <a:latin typeface="Arial" panose="020B0604020202020204" pitchFamily="34" charset="0"/>
                <a:cs typeface="Arial" panose="020B0604020202020204" pitchFamily="34" charset="0"/>
              </a:rPr>
              <a:t>Análisis descriptivo de variables numéricas</a:t>
            </a:r>
          </a:p>
        </p:txBody>
      </p:sp>
      <p:sp>
        <p:nvSpPr>
          <p:cNvPr id="13" name="CuadroTexto 12">
            <a:extLst>
              <a:ext uri="{FF2B5EF4-FFF2-40B4-BE49-F238E27FC236}">
                <a16:creationId xmlns:a16="http://schemas.microsoft.com/office/drawing/2014/main" id="{0CC88680-E286-20D7-3B04-56162FA5C53A}"/>
              </a:ext>
            </a:extLst>
          </p:cNvPr>
          <p:cNvSpPr txBox="1"/>
          <p:nvPr/>
        </p:nvSpPr>
        <p:spPr>
          <a:xfrm>
            <a:off x="1078173" y="4810819"/>
            <a:ext cx="10954983" cy="1015663"/>
          </a:xfrm>
          <a:prstGeom prst="rect">
            <a:avLst/>
          </a:prstGeom>
          <a:noFill/>
        </p:spPr>
        <p:txBody>
          <a:bodyPr wrap="square">
            <a:spAutoFit/>
          </a:bodyPr>
          <a:lstStyle/>
          <a:p>
            <a:pPr algn="ctr"/>
            <a:r>
              <a:rPr lang="es-MX" sz="2000" dirty="0">
                <a:latin typeface="Arial" panose="020B0604020202020204" pitchFamily="34" charset="0"/>
                <a:cs typeface="Arial" panose="020B0604020202020204" pitchFamily="34" charset="0"/>
              </a:rPr>
              <a:t>Los histogramas muestran la distribución de las variables y la tabla resume sus medidas principales, ofreciendo una visión clara del comportamiento de los datos y posibles patrones relevantes.</a:t>
            </a:r>
            <a:endParaRPr lang="es-CO"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06901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C55F739-C2CF-329A-EFB8-514F7FC3C511}"/>
              </a:ext>
            </a:extLst>
          </p:cNvPr>
          <p:cNvPicPr>
            <a:picLocks noChangeAspect="1"/>
          </p:cNvPicPr>
          <p:nvPr/>
        </p:nvPicPr>
        <p:blipFill>
          <a:blip r:embed="rId2"/>
          <a:stretch>
            <a:fillRect/>
          </a:stretch>
        </p:blipFill>
        <p:spPr>
          <a:xfrm>
            <a:off x="-32361" y="0"/>
            <a:ext cx="4589226" cy="3124981"/>
          </a:xfrm>
          <a:prstGeom prst="rect">
            <a:avLst/>
          </a:prstGeom>
        </p:spPr>
      </p:pic>
      <p:pic>
        <p:nvPicPr>
          <p:cNvPr id="8" name="Imagen 7">
            <a:extLst>
              <a:ext uri="{FF2B5EF4-FFF2-40B4-BE49-F238E27FC236}">
                <a16:creationId xmlns:a16="http://schemas.microsoft.com/office/drawing/2014/main" id="{159DFD5D-AC68-8E6D-28C8-83A13FA94026}"/>
              </a:ext>
            </a:extLst>
          </p:cNvPr>
          <p:cNvPicPr>
            <a:picLocks noChangeAspect="1"/>
          </p:cNvPicPr>
          <p:nvPr/>
        </p:nvPicPr>
        <p:blipFill>
          <a:blip r:embed="rId3"/>
          <a:stretch>
            <a:fillRect/>
          </a:stretch>
        </p:blipFill>
        <p:spPr>
          <a:xfrm>
            <a:off x="4656693" y="614149"/>
            <a:ext cx="4814853" cy="1844063"/>
          </a:xfrm>
          <a:prstGeom prst="rect">
            <a:avLst/>
          </a:prstGeom>
        </p:spPr>
      </p:pic>
      <p:pic>
        <p:nvPicPr>
          <p:cNvPr id="12" name="Imagen 11">
            <a:extLst>
              <a:ext uri="{FF2B5EF4-FFF2-40B4-BE49-F238E27FC236}">
                <a16:creationId xmlns:a16="http://schemas.microsoft.com/office/drawing/2014/main" id="{FA0B9A95-7C10-1432-4C11-BCD5FBB48C75}"/>
              </a:ext>
            </a:extLst>
          </p:cNvPr>
          <p:cNvPicPr>
            <a:picLocks noChangeAspect="1"/>
          </p:cNvPicPr>
          <p:nvPr/>
        </p:nvPicPr>
        <p:blipFill>
          <a:blip r:embed="rId4"/>
          <a:stretch>
            <a:fillRect/>
          </a:stretch>
        </p:blipFill>
        <p:spPr>
          <a:xfrm>
            <a:off x="0" y="3218240"/>
            <a:ext cx="4524505" cy="3208511"/>
          </a:xfrm>
          <a:prstGeom prst="rect">
            <a:avLst/>
          </a:prstGeom>
        </p:spPr>
      </p:pic>
      <p:pic>
        <p:nvPicPr>
          <p:cNvPr id="14" name="Imagen 13">
            <a:extLst>
              <a:ext uri="{FF2B5EF4-FFF2-40B4-BE49-F238E27FC236}">
                <a16:creationId xmlns:a16="http://schemas.microsoft.com/office/drawing/2014/main" id="{7DD81637-0E60-BCB7-5B51-DBE1AC301D18}"/>
              </a:ext>
            </a:extLst>
          </p:cNvPr>
          <p:cNvPicPr>
            <a:picLocks noChangeAspect="1"/>
          </p:cNvPicPr>
          <p:nvPr/>
        </p:nvPicPr>
        <p:blipFill>
          <a:blip r:embed="rId5"/>
          <a:stretch>
            <a:fillRect/>
          </a:stretch>
        </p:blipFill>
        <p:spPr>
          <a:xfrm>
            <a:off x="5220522" y="3890322"/>
            <a:ext cx="5438380" cy="2048070"/>
          </a:xfrm>
          <a:prstGeom prst="rect">
            <a:avLst/>
          </a:prstGeom>
        </p:spPr>
      </p:pic>
    </p:spTree>
    <p:extLst>
      <p:ext uri="{BB962C8B-B14F-4D97-AF65-F5344CB8AC3E}">
        <p14:creationId xmlns:p14="http://schemas.microsoft.com/office/powerpoint/2010/main" val="4155183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31E68ECA-EC90-044E-BF69-3F2988BD89FB}"/>
              </a:ext>
            </a:extLst>
          </p:cNvPr>
          <p:cNvPicPr>
            <a:picLocks noChangeAspect="1"/>
          </p:cNvPicPr>
          <p:nvPr/>
        </p:nvPicPr>
        <p:blipFill>
          <a:blip r:embed="rId2"/>
          <a:stretch>
            <a:fillRect/>
          </a:stretch>
        </p:blipFill>
        <p:spPr>
          <a:xfrm>
            <a:off x="144408" y="1038560"/>
            <a:ext cx="4950381" cy="2926136"/>
          </a:xfrm>
          <a:prstGeom prst="rect">
            <a:avLst/>
          </a:prstGeom>
        </p:spPr>
      </p:pic>
      <p:pic>
        <p:nvPicPr>
          <p:cNvPr id="6" name="Imagen 5">
            <a:extLst>
              <a:ext uri="{FF2B5EF4-FFF2-40B4-BE49-F238E27FC236}">
                <a16:creationId xmlns:a16="http://schemas.microsoft.com/office/drawing/2014/main" id="{37A5234C-33FC-F31C-E8DF-AB2E22191A98}"/>
              </a:ext>
            </a:extLst>
          </p:cNvPr>
          <p:cNvPicPr>
            <a:picLocks noChangeAspect="1"/>
          </p:cNvPicPr>
          <p:nvPr/>
        </p:nvPicPr>
        <p:blipFill>
          <a:blip r:embed="rId3"/>
          <a:stretch>
            <a:fillRect/>
          </a:stretch>
        </p:blipFill>
        <p:spPr>
          <a:xfrm>
            <a:off x="5782895" y="1038561"/>
            <a:ext cx="3552174" cy="2926136"/>
          </a:xfrm>
          <a:prstGeom prst="rect">
            <a:avLst/>
          </a:prstGeom>
        </p:spPr>
      </p:pic>
      <p:sp>
        <p:nvSpPr>
          <p:cNvPr id="8" name="CuadroTexto 7">
            <a:extLst>
              <a:ext uri="{FF2B5EF4-FFF2-40B4-BE49-F238E27FC236}">
                <a16:creationId xmlns:a16="http://schemas.microsoft.com/office/drawing/2014/main" id="{AA9FA60A-9C30-DAF5-CA48-02A289E901BD}"/>
              </a:ext>
            </a:extLst>
          </p:cNvPr>
          <p:cNvSpPr txBox="1"/>
          <p:nvPr/>
        </p:nvSpPr>
        <p:spPr>
          <a:xfrm>
            <a:off x="1" y="4659912"/>
            <a:ext cx="12193588" cy="1323439"/>
          </a:xfrm>
          <a:prstGeom prst="rect">
            <a:avLst/>
          </a:prstGeom>
          <a:noFill/>
        </p:spPr>
        <p:txBody>
          <a:bodyPr wrap="square">
            <a:spAutoFit/>
          </a:bodyPr>
          <a:lstStyle/>
          <a:p>
            <a:pPr algn="ctr"/>
            <a:r>
              <a:rPr lang="es-MX" sz="2000" dirty="0">
                <a:latin typeface="Arial" panose="020B0604020202020204" pitchFamily="34" charset="0"/>
                <a:cs typeface="Arial" panose="020B0604020202020204" pitchFamily="34" charset="0"/>
              </a:rPr>
              <a:t>Se analizó la relación entre los niveles de glucosa y el índice de masa corporal mediante un diagrama de dispersión, diferenciando los individuos por clase. Esta visualización permite identificar tendencias entre ambas variables. La tabla estadística complementa el análisis con medidas descriptivas que evidencian la variabilidad y concentración de los datos. </a:t>
            </a:r>
            <a:endParaRPr lang="es-CO" sz="2000" dirty="0">
              <a:latin typeface="Arial" panose="020B0604020202020204" pitchFamily="34" charset="0"/>
              <a:cs typeface="Arial" panose="020B0604020202020204" pitchFamily="34" charset="0"/>
            </a:endParaRPr>
          </a:p>
        </p:txBody>
      </p:sp>
      <p:sp>
        <p:nvSpPr>
          <p:cNvPr id="10" name="CuadroTexto 9">
            <a:extLst>
              <a:ext uri="{FF2B5EF4-FFF2-40B4-BE49-F238E27FC236}">
                <a16:creationId xmlns:a16="http://schemas.microsoft.com/office/drawing/2014/main" id="{993DC2E6-DC55-48B9-2497-B0F8903AE3AB}"/>
              </a:ext>
            </a:extLst>
          </p:cNvPr>
          <p:cNvSpPr txBox="1"/>
          <p:nvPr/>
        </p:nvSpPr>
        <p:spPr>
          <a:xfrm>
            <a:off x="2879887" y="79674"/>
            <a:ext cx="6155140" cy="400110"/>
          </a:xfrm>
          <a:prstGeom prst="rect">
            <a:avLst/>
          </a:prstGeom>
          <a:noFill/>
        </p:spPr>
        <p:txBody>
          <a:bodyPr wrap="square">
            <a:spAutoFit/>
          </a:bodyPr>
          <a:lstStyle/>
          <a:p>
            <a:pPr algn="ctr"/>
            <a:r>
              <a:rPr lang="es-MX" sz="2000" b="1" dirty="0">
                <a:latin typeface="Arial" panose="020B0604020202020204" pitchFamily="34" charset="0"/>
                <a:cs typeface="Arial" panose="020B0604020202020204" pitchFamily="34" charset="0"/>
              </a:rPr>
              <a:t>Análisis de la relación Glucosa–IMC</a:t>
            </a:r>
            <a:endParaRPr lang="es-CO" sz="2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842178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10DF6F58-612B-C537-12B2-A73ADD145497}"/>
              </a:ext>
            </a:extLst>
          </p:cNvPr>
          <p:cNvPicPr>
            <a:picLocks noChangeAspect="1"/>
          </p:cNvPicPr>
          <p:nvPr/>
        </p:nvPicPr>
        <p:blipFill>
          <a:blip r:embed="rId2"/>
          <a:stretch>
            <a:fillRect/>
          </a:stretch>
        </p:blipFill>
        <p:spPr>
          <a:xfrm>
            <a:off x="176340" y="536494"/>
            <a:ext cx="5487482" cy="3307085"/>
          </a:xfrm>
          <a:prstGeom prst="rect">
            <a:avLst/>
          </a:prstGeom>
        </p:spPr>
      </p:pic>
      <p:pic>
        <p:nvPicPr>
          <p:cNvPr id="6" name="Imagen 5">
            <a:extLst>
              <a:ext uri="{FF2B5EF4-FFF2-40B4-BE49-F238E27FC236}">
                <a16:creationId xmlns:a16="http://schemas.microsoft.com/office/drawing/2014/main" id="{62CC97A7-147E-5E97-9F55-E6ED46DA98BD}"/>
              </a:ext>
            </a:extLst>
          </p:cNvPr>
          <p:cNvPicPr>
            <a:picLocks noChangeAspect="1"/>
          </p:cNvPicPr>
          <p:nvPr/>
        </p:nvPicPr>
        <p:blipFill>
          <a:blip r:embed="rId3"/>
          <a:stretch>
            <a:fillRect/>
          </a:stretch>
        </p:blipFill>
        <p:spPr>
          <a:xfrm>
            <a:off x="176340" y="4015163"/>
            <a:ext cx="11287779" cy="1445433"/>
          </a:xfrm>
          <a:prstGeom prst="rect">
            <a:avLst/>
          </a:prstGeom>
        </p:spPr>
      </p:pic>
      <p:sp>
        <p:nvSpPr>
          <p:cNvPr id="10" name="CuadroTexto 9">
            <a:extLst>
              <a:ext uri="{FF2B5EF4-FFF2-40B4-BE49-F238E27FC236}">
                <a16:creationId xmlns:a16="http://schemas.microsoft.com/office/drawing/2014/main" id="{058F55EB-7C65-EF35-1AA6-68EBEB860AB4}"/>
              </a:ext>
            </a:extLst>
          </p:cNvPr>
          <p:cNvSpPr txBox="1"/>
          <p:nvPr/>
        </p:nvSpPr>
        <p:spPr>
          <a:xfrm>
            <a:off x="5663822" y="536494"/>
            <a:ext cx="6353426" cy="2862322"/>
          </a:xfrm>
          <a:prstGeom prst="rect">
            <a:avLst/>
          </a:prstGeom>
          <a:noFill/>
        </p:spPr>
        <p:txBody>
          <a:bodyPr wrap="square">
            <a:spAutoFit/>
          </a:bodyPr>
          <a:lstStyle/>
          <a:p>
            <a:pPr algn="ctr">
              <a:buNone/>
            </a:pPr>
            <a:r>
              <a:rPr lang="es-MX" sz="2000" b="1" dirty="0">
                <a:latin typeface="Arial" panose="020B0604020202020204" pitchFamily="34" charset="0"/>
                <a:cs typeface="Arial" panose="020B0604020202020204" pitchFamily="34" charset="0"/>
              </a:rPr>
              <a:t>Correlación de variables clínicas</a:t>
            </a:r>
          </a:p>
          <a:p>
            <a:pPr algn="ctr">
              <a:buNone/>
            </a:pPr>
            <a:endParaRPr lang="es-MX" sz="2000" dirty="0">
              <a:latin typeface="Arial" panose="020B0604020202020204" pitchFamily="34" charset="0"/>
              <a:cs typeface="Arial" panose="020B0604020202020204" pitchFamily="34" charset="0"/>
            </a:endParaRPr>
          </a:p>
          <a:p>
            <a:pPr algn="ctr">
              <a:buNone/>
            </a:pPr>
            <a:r>
              <a:rPr lang="es-MX" sz="2000" dirty="0">
                <a:latin typeface="Arial" panose="020B0604020202020204" pitchFamily="34" charset="0"/>
                <a:cs typeface="Arial" panose="020B0604020202020204" pitchFamily="34" charset="0"/>
              </a:rPr>
              <a:t>Se utilizó la matriz de Spearman para analizar la relación entre variables clínicas. La gráfica muestra la intensidad y dirección de las asociaciones, mientras que la tabla aporta los valores exactos. Este análisis permite identificar vínculos relevantes entre factores como glucosa, presión arterial, edad e índice de masa corporal.</a:t>
            </a:r>
          </a:p>
        </p:txBody>
      </p:sp>
    </p:spTree>
    <p:extLst>
      <p:ext uri="{BB962C8B-B14F-4D97-AF65-F5344CB8AC3E}">
        <p14:creationId xmlns:p14="http://schemas.microsoft.com/office/powerpoint/2010/main" val="17070340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68518D2-7481-AB61-25E6-751623B22208}"/>
              </a:ext>
            </a:extLst>
          </p:cNvPr>
          <p:cNvSpPr txBox="1"/>
          <p:nvPr/>
        </p:nvSpPr>
        <p:spPr>
          <a:xfrm>
            <a:off x="4067033" y="0"/>
            <a:ext cx="3862316" cy="441018"/>
          </a:xfrm>
          <a:prstGeom prst="rect">
            <a:avLst/>
          </a:prstGeom>
          <a:noFill/>
        </p:spPr>
        <p:txBody>
          <a:bodyPr wrap="square" rtlCol="0">
            <a:spAutoFit/>
          </a:bodyPr>
          <a:lstStyle/>
          <a:p>
            <a:pPr algn="ctr"/>
            <a:r>
              <a:rPr lang="es-CO" b="1" dirty="0"/>
              <a:t>Test de </a:t>
            </a:r>
            <a:r>
              <a:rPr lang="es-CO" sz="2000" b="1" dirty="0">
                <a:latin typeface="Arial" panose="020B0604020202020204" pitchFamily="34" charset="0"/>
                <a:cs typeface="Arial" panose="020B0604020202020204" pitchFamily="34" charset="0"/>
              </a:rPr>
              <a:t>Normalidad</a:t>
            </a:r>
            <a:endParaRPr lang="es-CO" b="1" dirty="0">
              <a:latin typeface="Arial" panose="020B0604020202020204" pitchFamily="34" charset="0"/>
              <a:cs typeface="Arial" panose="020B0604020202020204" pitchFamily="34" charset="0"/>
            </a:endParaRPr>
          </a:p>
        </p:txBody>
      </p:sp>
      <p:pic>
        <p:nvPicPr>
          <p:cNvPr id="6" name="Imagen 5">
            <a:extLst>
              <a:ext uri="{FF2B5EF4-FFF2-40B4-BE49-F238E27FC236}">
                <a16:creationId xmlns:a16="http://schemas.microsoft.com/office/drawing/2014/main" id="{E51FAB2A-BDD9-3D13-C04F-D3CEDF2678CF}"/>
              </a:ext>
            </a:extLst>
          </p:cNvPr>
          <p:cNvPicPr>
            <a:picLocks noChangeAspect="1"/>
          </p:cNvPicPr>
          <p:nvPr/>
        </p:nvPicPr>
        <p:blipFill>
          <a:blip r:embed="rId2"/>
          <a:stretch>
            <a:fillRect/>
          </a:stretch>
        </p:blipFill>
        <p:spPr>
          <a:xfrm>
            <a:off x="1228299" y="1212509"/>
            <a:ext cx="9105740" cy="2783010"/>
          </a:xfrm>
          <a:prstGeom prst="rect">
            <a:avLst/>
          </a:prstGeom>
        </p:spPr>
      </p:pic>
      <p:sp>
        <p:nvSpPr>
          <p:cNvPr id="8" name="CuadroTexto 7">
            <a:extLst>
              <a:ext uri="{FF2B5EF4-FFF2-40B4-BE49-F238E27FC236}">
                <a16:creationId xmlns:a16="http://schemas.microsoft.com/office/drawing/2014/main" id="{EA679BFD-FC5C-8B64-ADC8-E585655AB3B2}"/>
              </a:ext>
            </a:extLst>
          </p:cNvPr>
          <p:cNvSpPr txBox="1"/>
          <p:nvPr/>
        </p:nvSpPr>
        <p:spPr>
          <a:xfrm>
            <a:off x="0" y="4253986"/>
            <a:ext cx="12193588" cy="1323439"/>
          </a:xfrm>
          <a:prstGeom prst="rect">
            <a:avLst/>
          </a:prstGeom>
          <a:noFill/>
        </p:spPr>
        <p:txBody>
          <a:bodyPr wrap="square">
            <a:spAutoFit/>
          </a:bodyPr>
          <a:lstStyle/>
          <a:p>
            <a:pPr algn="ctr"/>
            <a:r>
              <a:rPr lang="es-MX" sz="2000" dirty="0">
                <a:latin typeface="Arial" panose="020B0604020202020204" pitchFamily="34" charset="0"/>
                <a:cs typeface="Arial" panose="020B0604020202020204" pitchFamily="34" charset="0"/>
              </a:rPr>
              <a:t>Se aplicó un test de normalidad para verificar si las variables clínicas siguen una distribución normal. Los resultados muestran que todas presentan p-valores inferiores a 0.05, lo que indica que no cumplen con el supuesto de normalidad. Esta información es clave para decidir el tipo de análisis estadístico más adecuado en estudios posteriores.</a:t>
            </a:r>
            <a:endParaRPr lang="es-CO"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73893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5CCB38D-6D0F-F83B-95DD-C7384AECAE6C}"/>
              </a:ext>
            </a:extLst>
          </p:cNvPr>
          <p:cNvPicPr>
            <a:picLocks noChangeAspect="1"/>
          </p:cNvPicPr>
          <p:nvPr/>
        </p:nvPicPr>
        <p:blipFill>
          <a:blip r:embed="rId2"/>
          <a:stretch>
            <a:fillRect/>
          </a:stretch>
        </p:blipFill>
        <p:spPr>
          <a:xfrm>
            <a:off x="321988" y="741804"/>
            <a:ext cx="4408226" cy="3260076"/>
          </a:xfrm>
          <a:prstGeom prst="rect">
            <a:avLst/>
          </a:prstGeom>
        </p:spPr>
      </p:pic>
      <p:pic>
        <p:nvPicPr>
          <p:cNvPr id="5" name="Imagen 4">
            <a:extLst>
              <a:ext uri="{FF2B5EF4-FFF2-40B4-BE49-F238E27FC236}">
                <a16:creationId xmlns:a16="http://schemas.microsoft.com/office/drawing/2014/main" id="{04AB4DF0-9097-DA98-ADBB-169C99E27E00}"/>
              </a:ext>
            </a:extLst>
          </p:cNvPr>
          <p:cNvPicPr>
            <a:picLocks noChangeAspect="1"/>
          </p:cNvPicPr>
          <p:nvPr/>
        </p:nvPicPr>
        <p:blipFill>
          <a:blip r:embed="rId3"/>
          <a:stretch>
            <a:fillRect/>
          </a:stretch>
        </p:blipFill>
        <p:spPr>
          <a:xfrm>
            <a:off x="5796542" y="1390016"/>
            <a:ext cx="5380974" cy="2474354"/>
          </a:xfrm>
          <a:prstGeom prst="rect">
            <a:avLst/>
          </a:prstGeom>
        </p:spPr>
      </p:pic>
      <p:sp>
        <p:nvSpPr>
          <p:cNvPr id="7" name="CuadroTexto 6">
            <a:extLst>
              <a:ext uri="{FF2B5EF4-FFF2-40B4-BE49-F238E27FC236}">
                <a16:creationId xmlns:a16="http://schemas.microsoft.com/office/drawing/2014/main" id="{1B095486-C68A-94E2-396F-BABC0EA3325E}"/>
              </a:ext>
            </a:extLst>
          </p:cNvPr>
          <p:cNvSpPr txBox="1"/>
          <p:nvPr/>
        </p:nvSpPr>
        <p:spPr>
          <a:xfrm>
            <a:off x="0" y="4230807"/>
            <a:ext cx="12081337" cy="1323439"/>
          </a:xfrm>
          <a:prstGeom prst="rect">
            <a:avLst/>
          </a:prstGeom>
          <a:noFill/>
        </p:spPr>
        <p:txBody>
          <a:bodyPr wrap="square">
            <a:spAutoFit/>
          </a:bodyPr>
          <a:lstStyle/>
          <a:p>
            <a:pPr algn="ctr"/>
            <a:r>
              <a:rPr lang="es-MX" sz="2000" dirty="0">
                <a:latin typeface="Arial" panose="020B0604020202020204" pitchFamily="34" charset="0"/>
                <a:cs typeface="Arial" panose="020B0604020202020204" pitchFamily="34" charset="0"/>
              </a:rPr>
              <a:t>Se evaluó el modelo de Regresión Lineal Múltiple usando diferentes particiones del conjunto de datos (60-40, 70-30 y 80-20).El mejor desempeño se obtuvo con el porcentaje que presentó el mayor valor de R², indicando una mayor capacidad explicativa del modelo. Esto sugiere que dicho porcentaje logra un mejor equilibrio entre datos de entrenamiento y prueba.</a:t>
            </a:r>
            <a:endParaRPr lang="es-CO" sz="2000"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35C1214C-54C6-2F35-1C7D-3CADE28FCA72}"/>
              </a:ext>
            </a:extLst>
          </p:cNvPr>
          <p:cNvSpPr txBox="1"/>
          <p:nvPr/>
        </p:nvSpPr>
        <p:spPr>
          <a:xfrm>
            <a:off x="4338109" y="341694"/>
            <a:ext cx="4148920" cy="400110"/>
          </a:xfrm>
          <a:prstGeom prst="rect">
            <a:avLst/>
          </a:prstGeom>
          <a:noFill/>
        </p:spPr>
        <p:txBody>
          <a:bodyPr wrap="square" rtlCol="0">
            <a:spAutoFit/>
          </a:bodyPr>
          <a:lstStyle/>
          <a:p>
            <a:pPr algn="ctr"/>
            <a:r>
              <a:rPr lang="es-CO" sz="2000" b="1" dirty="0">
                <a:latin typeface="Arial" panose="020B0604020202020204" pitchFamily="34" charset="0"/>
                <a:cs typeface="Arial" panose="020B0604020202020204" pitchFamily="34" charset="0"/>
              </a:rPr>
              <a:t>Modelo de Predicción</a:t>
            </a:r>
          </a:p>
        </p:txBody>
      </p:sp>
    </p:spTree>
    <p:extLst>
      <p:ext uri="{BB962C8B-B14F-4D97-AF65-F5344CB8AC3E}">
        <p14:creationId xmlns:p14="http://schemas.microsoft.com/office/powerpoint/2010/main" val="1074422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B042701-2F84-A4B6-2B04-CFB468772BA6}"/>
              </a:ext>
            </a:extLst>
          </p:cNvPr>
          <p:cNvSpPr txBox="1"/>
          <p:nvPr/>
        </p:nvSpPr>
        <p:spPr>
          <a:xfrm>
            <a:off x="7356144" y="972402"/>
            <a:ext cx="3865180" cy="4154984"/>
          </a:xfrm>
          <a:prstGeom prst="rect">
            <a:avLst/>
          </a:prstGeom>
          <a:noFill/>
        </p:spPr>
        <p:txBody>
          <a:bodyPr wrap="square">
            <a:spAutoFit/>
          </a:bodyPr>
          <a:lstStyle/>
          <a:p>
            <a:pPr algn="ctr"/>
            <a:r>
              <a:rPr lang="es-CO" b="1" dirty="0"/>
              <a:t>	</a:t>
            </a:r>
            <a:r>
              <a:rPr lang="es-CO" sz="2400" b="1" dirty="0">
                <a:latin typeface="Arial" panose="020B0604020202020204" pitchFamily="34" charset="0"/>
                <a:cs typeface="Arial" panose="020B0604020202020204" pitchFamily="34" charset="0"/>
              </a:rPr>
              <a:t>Pregunta de Investigación</a:t>
            </a:r>
          </a:p>
          <a:p>
            <a:pPr algn="ctr"/>
            <a:endParaRPr lang="es-CO" sz="2400" dirty="0">
              <a:latin typeface="Arial" panose="020B0604020202020204" pitchFamily="34" charset="0"/>
              <a:cs typeface="Arial" panose="020B0604020202020204" pitchFamily="34" charset="0"/>
            </a:endParaRPr>
          </a:p>
          <a:p>
            <a:endParaRPr lang="es-CO" sz="2400" dirty="0">
              <a:latin typeface="Arial" panose="020B0604020202020204" pitchFamily="34" charset="0"/>
              <a:cs typeface="Arial" panose="020B0604020202020204" pitchFamily="34" charset="0"/>
            </a:endParaRPr>
          </a:p>
          <a:p>
            <a:pPr algn="just"/>
            <a:endParaRPr lang="es-CO" sz="2400" dirty="0">
              <a:latin typeface="Arial" panose="020B0604020202020204" pitchFamily="34" charset="0"/>
              <a:cs typeface="Arial" panose="020B0604020202020204" pitchFamily="34" charset="0"/>
            </a:endParaRPr>
          </a:p>
          <a:p>
            <a:pPr algn="ctr"/>
            <a:r>
              <a:rPr lang="es-CO" sz="2400" dirty="0">
                <a:latin typeface="Arial" panose="020B0604020202020204" pitchFamily="34" charset="0"/>
                <a:cs typeface="Arial" panose="020B0604020202020204" pitchFamily="34" charset="0"/>
              </a:rPr>
              <a:t>¿Es posible predecir la prueba de tolerancia oral a la glucosa a partir de las variables clínicas del paciente utilizando un modelo de regresión?</a:t>
            </a:r>
          </a:p>
        </p:txBody>
      </p:sp>
      <p:pic>
        <p:nvPicPr>
          <p:cNvPr id="3074" name="Picture 2">
            <a:extLst>
              <a:ext uri="{FF2B5EF4-FFF2-40B4-BE49-F238E27FC236}">
                <a16:creationId xmlns:a16="http://schemas.microsoft.com/office/drawing/2014/main" id="{BC6C4346-B8BD-F1F8-CA6D-FBA9D9B9BD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13899"/>
            <a:ext cx="5295331" cy="6544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297628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892</TotalTime>
  <Words>672</Words>
  <Application>Microsoft Office PowerPoint</Application>
  <PresentationFormat>Personalizado</PresentationFormat>
  <Paragraphs>44</Paragraphs>
  <Slides>13</Slides>
  <Notes>0</Notes>
  <HiddenSlides>0</HiddenSlides>
  <MMClips>0</MMClips>
  <ScaleCrop>false</ScaleCrop>
  <HeadingPairs>
    <vt:vector size="6" baseType="variant">
      <vt:variant>
        <vt:lpstr>Fuentes usadas</vt:lpstr>
      </vt:variant>
      <vt:variant>
        <vt:i4>1</vt:i4>
      </vt:variant>
      <vt:variant>
        <vt:lpstr>Tema</vt:lpstr>
      </vt:variant>
      <vt:variant>
        <vt:i4>1</vt:i4>
      </vt:variant>
      <vt:variant>
        <vt:lpstr>Títulos de diapositiva</vt:lpstr>
      </vt:variant>
      <vt:variant>
        <vt:i4>13</vt:i4>
      </vt:variant>
    </vt:vector>
  </HeadingPairs>
  <TitlesOfParts>
    <vt:vector size="15" baseType="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Katherine Bello</dc:creator>
  <cp:lastModifiedBy>david felipe perdomo</cp:lastModifiedBy>
  <cp:revision>14</cp:revision>
  <dcterms:created xsi:type="dcterms:W3CDTF">2020-08-21T13:03:05Z</dcterms:created>
  <dcterms:modified xsi:type="dcterms:W3CDTF">2025-12-13T23:52:35Z</dcterms:modified>
</cp:coreProperties>
</file>